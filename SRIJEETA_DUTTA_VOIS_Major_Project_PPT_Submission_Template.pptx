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handoutMasterIdLst>
    <p:handoutMasterId r:id="rId18"/>
  </p:handoutMasterIdLst>
  <p:sldIdLst>
    <p:sldId id="338" r:id="rId3"/>
    <p:sldId id="327" r:id="rId4"/>
    <p:sldId id="315" r:id="rId5"/>
    <p:sldId id="329" r:id="rId6"/>
    <p:sldId id="302" r:id="rId7"/>
    <p:sldId id="339" r:id="rId9"/>
    <p:sldId id="340" r:id="rId10"/>
    <p:sldId id="344" r:id="rId11"/>
    <p:sldId id="345" r:id="rId12"/>
    <p:sldId id="346" r:id="rId13"/>
    <p:sldId id="341" r:id="rId14"/>
    <p:sldId id="342" r:id="rId15"/>
    <p:sldId id="343" r:id="rId16"/>
    <p:sldId id="304" r:id="rId17"/>
  </p:sldIdLst>
  <p:sldSz cx="12192000" cy="6858000"/>
  <p:notesSz cx="6858000" cy="9144000"/>
  <p:defaultTextStyle>
    <a:defPPr>
      <a:defRPr lang="en-US"/>
    </a:defPPr>
    <a:lvl1pPr marL="0" lvl="0" indent="0" algn="l" defTabSz="457200" rtl="0" eaLnBrk="1" fontAlgn="base" latinLnBrk="0" hangingPunct="1">
      <a:lnSpc>
        <a:spcPct val="100000"/>
      </a:lnSpc>
      <a:spcBef>
        <a:spcPct val="0"/>
      </a:spcBef>
      <a:spcAft>
        <a:spcPct val="0"/>
      </a:spcAft>
      <a:buNone/>
      <a:defRPr kern="1200">
        <a:solidFill>
          <a:schemeClr val="tx1"/>
        </a:solidFill>
        <a:latin typeface="Trebuchet MS" panose="020B0603020202020204" charset="0"/>
        <a:ea typeface="+mn-ea"/>
        <a:cs typeface="+mn-cs"/>
      </a:defRPr>
    </a:lvl1pPr>
    <a:lvl2pPr marL="457200" lvl="1" indent="0" algn="l" defTabSz="457200" rtl="0" eaLnBrk="1" fontAlgn="base" latinLnBrk="0" hangingPunct="1">
      <a:lnSpc>
        <a:spcPct val="100000"/>
      </a:lnSpc>
      <a:spcBef>
        <a:spcPct val="0"/>
      </a:spcBef>
      <a:spcAft>
        <a:spcPct val="0"/>
      </a:spcAft>
      <a:buNone/>
      <a:defRPr kern="1200">
        <a:solidFill>
          <a:schemeClr val="tx1"/>
        </a:solidFill>
        <a:latin typeface="Trebuchet MS" panose="020B0603020202020204" charset="0"/>
        <a:ea typeface="+mn-ea"/>
        <a:cs typeface="+mn-cs"/>
      </a:defRPr>
    </a:lvl2pPr>
    <a:lvl3pPr marL="914400" lvl="2" indent="0" algn="l" defTabSz="457200" rtl="0" eaLnBrk="1" fontAlgn="base" latinLnBrk="0" hangingPunct="1">
      <a:lnSpc>
        <a:spcPct val="100000"/>
      </a:lnSpc>
      <a:spcBef>
        <a:spcPct val="0"/>
      </a:spcBef>
      <a:spcAft>
        <a:spcPct val="0"/>
      </a:spcAft>
      <a:buNone/>
      <a:defRPr kern="1200">
        <a:solidFill>
          <a:schemeClr val="tx1"/>
        </a:solidFill>
        <a:latin typeface="Trebuchet MS" panose="020B0603020202020204" charset="0"/>
        <a:ea typeface="+mn-ea"/>
        <a:cs typeface="+mn-cs"/>
      </a:defRPr>
    </a:lvl3pPr>
    <a:lvl4pPr marL="1371600" lvl="3" indent="0" algn="l" defTabSz="457200" rtl="0" eaLnBrk="1" fontAlgn="base" latinLnBrk="0" hangingPunct="1">
      <a:lnSpc>
        <a:spcPct val="100000"/>
      </a:lnSpc>
      <a:spcBef>
        <a:spcPct val="0"/>
      </a:spcBef>
      <a:spcAft>
        <a:spcPct val="0"/>
      </a:spcAft>
      <a:buNone/>
      <a:defRPr kern="1200">
        <a:solidFill>
          <a:schemeClr val="tx1"/>
        </a:solidFill>
        <a:latin typeface="Trebuchet MS" panose="020B0603020202020204" charset="0"/>
        <a:ea typeface="+mn-ea"/>
        <a:cs typeface="+mn-cs"/>
      </a:defRPr>
    </a:lvl4pPr>
    <a:lvl5pPr marL="1828800" lvl="4" indent="0" algn="l" defTabSz="457200" rtl="0" eaLnBrk="1" fontAlgn="base" latinLnBrk="0" hangingPunct="1">
      <a:lnSpc>
        <a:spcPct val="100000"/>
      </a:lnSpc>
      <a:spcBef>
        <a:spcPct val="0"/>
      </a:spcBef>
      <a:spcAft>
        <a:spcPct val="0"/>
      </a:spcAft>
      <a:buNone/>
      <a:defRPr kern="1200">
        <a:solidFill>
          <a:schemeClr val="tx1"/>
        </a:solidFill>
        <a:latin typeface="Trebuchet MS" panose="020B0603020202020204" charset="0"/>
        <a:ea typeface="+mn-ea"/>
        <a:cs typeface="+mn-cs"/>
      </a:defRPr>
    </a:lvl5pPr>
    <a:lvl6pPr marL="2286000" lvl="5" indent="0" algn="l" defTabSz="457200" rtl="0" eaLnBrk="1" fontAlgn="base" latinLnBrk="0" hangingPunct="1">
      <a:lnSpc>
        <a:spcPct val="100000"/>
      </a:lnSpc>
      <a:spcBef>
        <a:spcPct val="0"/>
      </a:spcBef>
      <a:spcAft>
        <a:spcPct val="0"/>
      </a:spcAft>
      <a:buNone/>
      <a:defRPr kern="1200">
        <a:solidFill>
          <a:schemeClr val="tx1"/>
        </a:solidFill>
        <a:latin typeface="Trebuchet MS" panose="020B0603020202020204" charset="0"/>
        <a:ea typeface="+mn-ea"/>
        <a:cs typeface="+mn-cs"/>
      </a:defRPr>
    </a:lvl6pPr>
    <a:lvl7pPr marL="2743200" lvl="6" indent="0" algn="l" defTabSz="457200" rtl="0" eaLnBrk="1" fontAlgn="base" latinLnBrk="0" hangingPunct="1">
      <a:lnSpc>
        <a:spcPct val="100000"/>
      </a:lnSpc>
      <a:spcBef>
        <a:spcPct val="0"/>
      </a:spcBef>
      <a:spcAft>
        <a:spcPct val="0"/>
      </a:spcAft>
      <a:buNone/>
      <a:defRPr kern="1200">
        <a:solidFill>
          <a:schemeClr val="tx1"/>
        </a:solidFill>
        <a:latin typeface="Trebuchet MS" panose="020B0603020202020204" charset="0"/>
        <a:ea typeface="+mn-ea"/>
        <a:cs typeface="+mn-cs"/>
      </a:defRPr>
    </a:lvl7pPr>
    <a:lvl8pPr marL="3200400" lvl="7" indent="0" algn="l" defTabSz="457200" rtl="0" eaLnBrk="1" fontAlgn="base" latinLnBrk="0" hangingPunct="1">
      <a:lnSpc>
        <a:spcPct val="100000"/>
      </a:lnSpc>
      <a:spcBef>
        <a:spcPct val="0"/>
      </a:spcBef>
      <a:spcAft>
        <a:spcPct val="0"/>
      </a:spcAft>
      <a:buNone/>
      <a:defRPr kern="1200">
        <a:solidFill>
          <a:schemeClr val="tx1"/>
        </a:solidFill>
        <a:latin typeface="Trebuchet MS" panose="020B0603020202020204" charset="0"/>
        <a:ea typeface="+mn-ea"/>
        <a:cs typeface="+mn-cs"/>
      </a:defRPr>
    </a:lvl8pPr>
    <a:lvl9pPr marL="3657600" lvl="8" indent="0" algn="l" defTabSz="457200" rtl="0" eaLnBrk="1" fontAlgn="base" latinLnBrk="0" hangingPunct="1">
      <a:lnSpc>
        <a:spcPct val="100000"/>
      </a:lnSpc>
      <a:spcBef>
        <a:spcPct val="0"/>
      </a:spcBef>
      <a:spcAft>
        <a:spcPct val="0"/>
      </a:spcAft>
      <a:buNone/>
      <a:defRPr kern="1200">
        <a:solidFill>
          <a:schemeClr val="tx1"/>
        </a:solidFill>
        <a:latin typeface="Trebuchet MS" panose="020B0603020202020204" charset="0"/>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26" userDrawn="1">
          <p15:clr>
            <a:srgbClr val="A4A3A4"/>
          </p15:clr>
        </p15:guide>
        <p15:guide id="3" orient="horz" pos="3891" userDrawn="1">
          <p15:clr>
            <a:srgbClr val="A4A3A4"/>
          </p15:clr>
        </p15:guide>
        <p15:guide id="4" pos="7272" userDrawn="1">
          <p15:clr>
            <a:srgbClr val="A4A3A4"/>
          </p15:clr>
        </p15:guide>
        <p15:guide id="5" orient="horz" pos="1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7085"/>
    <p:restoredTop sz="95032"/>
  </p:normalViewPr>
  <p:slideViewPr>
    <p:cSldViewPr snapToGrid="0" showGuides="1">
      <p:cViewPr varScale="1">
        <p:scale>
          <a:sx n="82" d="100"/>
          <a:sy n="82" d="100"/>
        </p:scale>
        <p:origin x="624" y="72"/>
      </p:cViewPr>
      <p:guideLst>
        <p:guide orient="horz" pos="1968"/>
        <p:guide pos="426"/>
        <p:guide orient="horz" pos="3891"/>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gridSpacing cx="72006" cy="72006"/>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en-US" strike="noStrike" noProof="1"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EF1077DB-935E-4A0A-947A-D283B9F9F452}" type="datetimeFigureOut">
              <a:rPr lang="en-US" strike="noStrike" noProof="1" smtClean="0">
                <a:latin typeface="+mn-lt"/>
                <a:ea typeface="+mn-ea"/>
                <a:cs typeface="+mn-cs"/>
              </a:rPr>
            </a:fld>
            <a:endParaRPr lang="en-US" strike="noStrike" noProof="1" dirty="0"/>
          </a:p>
        </p:txBody>
      </p:sp>
      <p:sp>
        <p:nvSpPr>
          <p:cNvPr id="4" name="Footer Placeholder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en-US" strike="noStrike" noProof="1" dirty="0"/>
          </a:p>
        </p:txBody>
      </p:sp>
      <p:sp>
        <p:nvSpPr>
          <p:cNvPr id="5" name="Slide Number Placeholder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682C0B10-7CAE-41E4-AB02-7E8B1FF2B898}" type="slidenum">
              <a:rPr lang="en-US" strike="noStrike" noProof="1" smtClean="0">
                <a:latin typeface="+mn-lt"/>
                <a:ea typeface="+mn-ea"/>
                <a:cs typeface="+mn-cs"/>
              </a:rPr>
            </a:fld>
            <a:endParaRPr lang="en-US" strike="noStrike" noProof="1"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en-US" strike="noStrike"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2D9EC30E-1A71-4188-9BE7-E2A64929A436}" type="datetimeFigureOut">
              <a:rPr lang="en-US" strike="noStrike" noProof="0" smtClean="0">
                <a:latin typeface="+mn-lt"/>
                <a:ea typeface="+mn-ea"/>
                <a:cs typeface="+mn-cs"/>
              </a:rPr>
            </a:fld>
            <a:endParaRPr lang="en-US" strike="noStrike" noProof="0" dirty="0"/>
          </a:p>
        </p:txBody>
      </p:sp>
      <p:sp>
        <p:nvSpPr>
          <p:cNvPr id="11268" name="Slide Image Placeholder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11269" name="Notes Placeholder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p>
            <a:pPr lvl="0"/>
            <a:r>
              <a:rPr lang="en-US" altLang="zh-CN"/>
              <a:t>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en-US" strike="noStrike" noProof="0" dirty="0"/>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8530193B-564F-4854-8A52-728F3FB19C85}" type="slidenum">
              <a:rPr lang="en-US" strike="noStrike" noProof="0" smtClean="0">
                <a:latin typeface="+mn-lt"/>
                <a:ea typeface="+mn-ea"/>
                <a:cs typeface="+mn-cs"/>
              </a:rPr>
            </a:fld>
            <a:endParaRPr lang="en-US" strike="noStrike" noProof="0"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Slide Image Placeholder 1"/>
          <p:cNvSpPr>
            <a:spLocks noGrp="1" noRot="1" noChangeAspect="1"/>
          </p:cNvSpPr>
          <p:nvPr>
            <p:ph type="sldImg"/>
          </p:nvPr>
        </p:nvSpPr>
        <p:spPr/>
      </p:sp>
      <p:sp>
        <p:nvSpPr>
          <p:cNvPr id="17410" name="Notes Placeholder 2"/>
          <p:cNvSpPr>
            <a:spLocks noGrp="1"/>
          </p:cNvSpPr>
          <p:nvPr>
            <p:ph type="body"/>
          </p:nvPr>
        </p:nvSpPr>
        <p:spPr/>
        <p:txBody>
          <a:bodyPr lIns="91440" tIns="45720" rIns="91440" bIns="45720" anchor="t" anchorCtr="0"/>
          <a:p>
            <a:pPr lvl="0"/>
            <a:endParaRPr lang="en-US" altLang="zh-CN" dirty="0"/>
          </a:p>
        </p:txBody>
      </p:sp>
      <p:sp>
        <p:nvSpPr>
          <p:cNvPr id="17411"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Calibri" panose="020F0502020204030204" pitchFamily="34" charset="0"/>
              </a:rPr>
            </a:fld>
            <a:endParaRPr lang="en-US" altLang="zh-CN" sz="12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2050" name="Group 15"/>
          <p:cNvGrpSpPr/>
          <p:nvPr/>
        </p:nvGrpSpPr>
        <p:grpSpPr>
          <a:xfrm>
            <a:off x="0" y="-7937"/>
            <a:ext cx="12192000" cy="686593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pPr fontAlgn="auto"/>
            <a:r>
              <a:rPr lang="en-US" strike="noStrike" noProof="1"/>
              <a:t>Click to edit Master title style</a:t>
            </a:r>
            <a:endParaRPr lang="en-US" strike="noStrike" noProof="1"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auto"/>
            <a:r>
              <a:rPr lang="en-US" strike="noStrike" noProof="1"/>
              <a:t>Click to edit Master subtitle style</a:t>
            </a:r>
            <a:endParaRPr lang="en-US" strike="noStrike" noProof="1" dirty="0"/>
          </a:p>
        </p:txBody>
      </p:sp>
      <p:sp>
        <p:nvSpPr>
          <p:cNvPr id="4" name="Date Placeholder 3"/>
          <p:cNvSpPr>
            <a:spLocks noGrp="1"/>
          </p:cNvSpPr>
          <p:nvPr>
            <p:ph type="dt" sz="half" idx="10"/>
          </p:nvPr>
        </p:nvSpPr>
        <p:spPr>
          <a:xfrm>
            <a:off x="7205663" y="6042025"/>
            <a:ext cx="911225" cy="365125"/>
          </a:xfrm>
          <a:prstGeom prst="rect">
            <a:avLst/>
          </a:prstGeom>
        </p:spPr>
        <p:txBody>
          <a:bodyPr vert="horz" lIns="91440" tIns="45720" rIns="91440" bIns="45720" rtlCol="0" anchor="ctr"/>
          <a:lstStyle/>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5" name="Footer Placeholder 4"/>
          <p:cNvSpPr>
            <a:spLocks noGrp="1"/>
          </p:cNvSpPr>
          <p:nvPr>
            <p:ph type="ftr" sz="quarter" idx="11"/>
          </p:nvPr>
        </p:nvSpPr>
        <p:spPr>
          <a:xfrm>
            <a:off x="677863" y="6042025"/>
            <a:ext cx="6297613" cy="365125"/>
          </a:xfrm>
          <a:prstGeom prst="rect">
            <a:avLst/>
          </a:prstGeom>
        </p:spPr>
        <p:txBody>
          <a:bodyPr vert="horz" lIns="91440" tIns="45720" rIns="91440" bIns="45720" rtlCol="0" anchor="ctr"/>
          <a:lstStyle/>
          <a:p>
            <a:pPr fontAlgn="auto"/>
            <a:endParaRPr lang="en-US" strike="noStrike" noProof="1" dirty="0"/>
          </a:p>
        </p:txBody>
      </p:sp>
      <p:sp>
        <p:nvSpPr>
          <p:cNvPr id="6" name="Slide Number Placeholder 5"/>
          <p:cNvSpPr>
            <a:spLocks noGrp="1"/>
          </p:cNvSpPr>
          <p:nvPr>
            <p:ph type="sldNum" sz="quarter" idx="12"/>
          </p:nvPr>
        </p:nvSpPr>
        <p:spPr>
          <a:xfrm>
            <a:off x="8589963" y="6042025"/>
            <a:ext cx="684213" cy="365125"/>
          </a:xfrm>
          <a:prstGeom prst="rect">
            <a:avLst/>
          </a:prstGeom>
        </p:spPr>
        <p:txBody>
          <a:bodyPr vert="horz" lIns="91440" tIns="45720" rIns="91440" bIns="45720" rtlCol="0" anchor="ctr"/>
          <a:lstStyle/>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en-US" strike="noStrike" noProof="1"/>
              <a:t>Click to edit Master title style</a:t>
            </a:r>
            <a:endParaRPr lang="en-US" strike="noStrike" noProof="1" dirty="0"/>
          </a:p>
        </p:txBody>
      </p:sp>
      <p:sp>
        <p:nvSpPr>
          <p:cNvPr id="3" name="Content Placeholder 2"/>
          <p:cNvSpPr>
            <a:spLocks noGrp="1"/>
          </p:cNvSpPr>
          <p:nvPr>
            <p:ph idx="1"/>
          </p:nvPr>
        </p:nvSpPr>
        <p:spPr/>
        <p:txBody>
          <a:bodyPr/>
          <a:lstStyle/>
          <a:p>
            <a:pPr lvl="0" fontAlgn="auto"/>
            <a:r>
              <a:rPr lang="en-US" strike="noStrike" noProof="1"/>
              <a:t>Click to edit Master text styles</a:t>
            </a:r>
            <a:endParaRPr lang="en-US" strike="noStrike" noProof="1"/>
          </a:p>
          <a:p>
            <a:pPr lvl="1" fontAlgn="auto"/>
            <a:r>
              <a:rPr lang="en-US" strike="noStrike" noProof="1"/>
              <a:t>Second level</a:t>
            </a:r>
            <a:endParaRPr lang="en-US" strike="noStrike" noProof="1"/>
          </a:p>
          <a:p>
            <a:pPr lvl="2" fontAlgn="auto"/>
            <a:r>
              <a:rPr lang="en-US" strike="noStrike" noProof="1"/>
              <a:t>Third level</a:t>
            </a:r>
            <a:endParaRPr lang="en-US" strike="noStrike" noProof="1"/>
          </a:p>
          <a:p>
            <a:pPr lvl="3" fontAlgn="auto"/>
            <a:r>
              <a:rPr lang="en-US" strike="noStrike" noProof="1"/>
              <a:t>Fourth level</a:t>
            </a:r>
            <a:endParaRPr lang="en-US" strike="noStrike" noProof="1"/>
          </a:p>
          <a:p>
            <a:pPr lvl="4" fontAlgn="auto"/>
            <a:r>
              <a:rPr lang="en-US" strike="noStrike" noProof="1"/>
              <a:t>Fifth level</a:t>
            </a:r>
            <a:endParaRPr lang="en-US" strike="noStrike" noProof="1" dirty="0"/>
          </a:p>
        </p:txBody>
      </p:sp>
      <p:sp>
        <p:nvSpPr>
          <p:cNvPr id="4" name="Date Placeholder 3"/>
          <p:cNvSpPr>
            <a:spLocks noGrp="1"/>
          </p:cNvSpPr>
          <p:nvPr>
            <p:ph type="dt" sz="half" idx="10"/>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5" name="Footer Placeholder 4"/>
          <p:cNvSpPr>
            <a:spLocks noGrp="1"/>
          </p:cNvSpPr>
          <p:nvPr>
            <p:ph type="ftr" sz="quarter" idx="11"/>
          </p:nvPr>
        </p:nvSpPr>
        <p:spPr/>
        <p:txBody>
          <a:bodyPr/>
          <a:p>
            <a:pPr fontAlgn="auto"/>
            <a:endParaRPr lang="en-US" strike="noStrike" noProof="1" dirty="0"/>
          </a:p>
        </p:txBody>
      </p:sp>
      <p:sp>
        <p:nvSpPr>
          <p:cNvPr id="6" name="Slide Number Placeholder 5"/>
          <p:cNvSpPr>
            <a:spLocks noGrp="1"/>
          </p:cNvSpPr>
          <p:nvPr>
            <p:ph type="sldNum" sz="quarter" idx="12"/>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pPr fontAlgn="auto"/>
            <a:r>
              <a:rPr lang="en-US" strike="noStrike" noProof="1"/>
              <a:t>Click to edit Master title style</a:t>
            </a:r>
            <a:endParaRPr lang="en-US" strike="noStrike" noProof="1"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en-US" strike="noStrike" noProof="1"/>
              <a:t>Click to edit Master text styles</a:t>
            </a:r>
            <a:endParaRPr lang="en-US" strike="noStrike" noProof="1"/>
          </a:p>
        </p:txBody>
      </p:sp>
      <p:sp>
        <p:nvSpPr>
          <p:cNvPr id="4" name="Date Placeholder 3"/>
          <p:cNvSpPr>
            <a:spLocks noGrp="1"/>
          </p:cNvSpPr>
          <p:nvPr>
            <p:ph type="dt" sz="half" idx="10"/>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5" name="Footer Placeholder 4"/>
          <p:cNvSpPr>
            <a:spLocks noGrp="1"/>
          </p:cNvSpPr>
          <p:nvPr>
            <p:ph type="ftr" sz="quarter" idx="11"/>
          </p:nvPr>
        </p:nvSpPr>
        <p:spPr/>
        <p:txBody>
          <a:bodyPr/>
          <a:p>
            <a:pPr fontAlgn="auto"/>
            <a:endParaRPr lang="en-US" strike="noStrike" noProof="1" dirty="0"/>
          </a:p>
        </p:txBody>
      </p:sp>
      <p:sp>
        <p:nvSpPr>
          <p:cNvPr id="6" name="Slide Number Placeholder 5"/>
          <p:cNvSpPr>
            <a:spLocks noGrp="1"/>
          </p:cNvSpPr>
          <p:nvPr>
            <p:ph type="sldNum" sz="quarter" idx="12"/>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en-US" strike="noStrike" noProof="1"/>
              <a:t>Click to edit Master title style</a:t>
            </a:r>
            <a:endParaRPr lang="en-US" strike="noStrike" noProof="1" dirty="0"/>
          </a:p>
        </p:txBody>
      </p:sp>
      <p:sp>
        <p:nvSpPr>
          <p:cNvPr id="3" name="Content Placeholder 2"/>
          <p:cNvSpPr>
            <a:spLocks noGrp="1"/>
          </p:cNvSpPr>
          <p:nvPr>
            <p:ph sz="half" idx="1"/>
          </p:nvPr>
        </p:nvSpPr>
        <p:spPr>
          <a:xfrm>
            <a:off x="677334" y="2160589"/>
            <a:ext cx="4184035" cy="3880772"/>
          </a:xfrm>
        </p:spPr>
        <p:txBody>
          <a:bodyPr/>
          <a:lstStyle/>
          <a:p>
            <a:pPr lvl="0" fontAlgn="auto"/>
            <a:r>
              <a:rPr lang="en-US" strike="noStrike" noProof="1"/>
              <a:t>Click to edit Master text styles</a:t>
            </a:r>
            <a:endParaRPr lang="en-US" strike="noStrike" noProof="1"/>
          </a:p>
          <a:p>
            <a:pPr lvl="1" fontAlgn="auto"/>
            <a:r>
              <a:rPr lang="en-US" strike="noStrike" noProof="1"/>
              <a:t>Second level</a:t>
            </a:r>
            <a:endParaRPr lang="en-US" strike="noStrike" noProof="1"/>
          </a:p>
          <a:p>
            <a:pPr lvl="2" fontAlgn="auto"/>
            <a:r>
              <a:rPr lang="en-US" strike="noStrike" noProof="1"/>
              <a:t>Third level</a:t>
            </a:r>
            <a:endParaRPr lang="en-US" strike="noStrike" noProof="1"/>
          </a:p>
          <a:p>
            <a:pPr lvl="3" fontAlgn="auto"/>
            <a:r>
              <a:rPr lang="en-US" strike="noStrike" noProof="1"/>
              <a:t>Fourth level</a:t>
            </a:r>
            <a:endParaRPr lang="en-US" strike="noStrike" noProof="1"/>
          </a:p>
          <a:p>
            <a:pPr lvl="4" fontAlgn="auto"/>
            <a:r>
              <a:rPr lang="en-US" strike="noStrike" noProof="1"/>
              <a:t>Fifth level</a:t>
            </a:r>
            <a:endParaRPr lang="en-US" strike="noStrike" noProof="1" dirty="0"/>
          </a:p>
        </p:txBody>
      </p:sp>
      <p:sp>
        <p:nvSpPr>
          <p:cNvPr id="4" name="Content Placeholder 3"/>
          <p:cNvSpPr>
            <a:spLocks noGrp="1"/>
          </p:cNvSpPr>
          <p:nvPr>
            <p:ph sz="half" idx="2"/>
          </p:nvPr>
        </p:nvSpPr>
        <p:spPr>
          <a:xfrm>
            <a:off x="5089970" y="2160589"/>
            <a:ext cx="4184034" cy="3880773"/>
          </a:xfrm>
        </p:spPr>
        <p:txBody>
          <a:bodyPr/>
          <a:lstStyle/>
          <a:p>
            <a:pPr lvl="0" fontAlgn="auto"/>
            <a:r>
              <a:rPr lang="en-US" strike="noStrike" noProof="1"/>
              <a:t>Click to edit Master text styles</a:t>
            </a:r>
            <a:endParaRPr lang="en-US" strike="noStrike" noProof="1"/>
          </a:p>
          <a:p>
            <a:pPr lvl="1" fontAlgn="auto"/>
            <a:r>
              <a:rPr lang="en-US" strike="noStrike" noProof="1"/>
              <a:t>Second level</a:t>
            </a:r>
            <a:endParaRPr lang="en-US" strike="noStrike" noProof="1"/>
          </a:p>
          <a:p>
            <a:pPr lvl="2" fontAlgn="auto"/>
            <a:r>
              <a:rPr lang="en-US" strike="noStrike" noProof="1"/>
              <a:t>Third level</a:t>
            </a:r>
            <a:endParaRPr lang="en-US" strike="noStrike" noProof="1"/>
          </a:p>
          <a:p>
            <a:pPr lvl="3" fontAlgn="auto"/>
            <a:r>
              <a:rPr lang="en-US" strike="noStrike" noProof="1"/>
              <a:t>Fourth level</a:t>
            </a:r>
            <a:endParaRPr lang="en-US" strike="noStrike" noProof="1"/>
          </a:p>
          <a:p>
            <a:pPr lvl="4" fontAlgn="auto"/>
            <a:r>
              <a:rPr lang="en-US" strike="noStrike" noProof="1"/>
              <a:t>Fifth level</a:t>
            </a:r>
            <a:endParaRPr lang="en-US" strike="noStrike" noProof="1" dirty="0"/>
          </a:p>
        </p:txBody>
      </p:sp>
      <p:sp>
        <p:nvSpPr>
          <p:cNvPr id="5" name="Date Placeholder 4"/>
          <p:cNvSpPr>
            <a:spLocks noGrp="1"/>
          </p:cNvSpPr>
          <p:nvPr>
            <p:ph type="dt" sz="half" idx="10"/>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6" name="Footer Placeholder 5"/>
          <p:cNvSpPr>
            <a:spLocks noGrp="1"/>
          </p:cNvSpPr>
          <p:nvPr>
            <p:ph type="ftr" sz="quarter" idx="11"/>
          </p:nvPr>
        </p:nvSpPr>
        <p:spPr/>
        <p:txBody>
          <a:bodyPr/>
          <a:p>
            <a:pPr fontAlgn="auto"/>
            <a:endParaRPr lang="en-US" strike="noStrike" noProof="1" dirty="0"/>
          </a:p>
        </p:txBody>
      </p:sp>
      <p:sp>
        <p:nvSpPr>
          <p:cNvPr id="7" name="Slide Number Placeholder 6"/>
          <p:cNvSpPr>
            <a:spLocks noGrp="1"/>
          </p:cNvSpPr>
          <p:nvPr>
            <p:ph type="sldNum" sz="quarter" idx="12"/>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pPr fontAlgn="auto"/>
            <a:r>
              <a:rPr lang="en-US" strike="noStrike" noProof="1"/>
              <a:t>Click to edit Master title style</a:t>
            </a:r>
            <a:endParaRPr lang="en-US" strike="noStrike" noProof="1"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en-US" strike="noStrike" noProof="1"/>
              <a:t>Click to edit Master text styles</a:t>
            </a:r>
            <a:endParaRPr lang="en-US" strike="noStrike" noProof="1"/>
          </a:p>
        </p:txBody>
      </p:sp>
      <p:sp>
        <p:nvSpPr>
          <p:cNvPr id="4" name="Content Placeholder 3"/>
          <p:cNvSpPr>
            <a:spLocks noGrp="1"/>
          </p:cNvSpPr>
          <p:nvPr>
            <p:ph sz="half" idx="2"/>
          </p:nvPr>
        </p:nvSpPr>
        <p:spPr>
          <a:xfrm>
            <a:off x="675745" y="2737245"/>
            <a:ext cx="4185623" cy="3304117"/>
          </a:xfrm>
        </p:spPr>
        <p:txBody>
          <a:bodyPr>
            <a:normAutofit/>
          </a:bodyPr>
          <a:lstStyle/>
          <a:p>
            <a:pPr lvl="0" fontAlgn="auto"/>
            <a:r>
              <a:rPr lang="en-US" strike="noStrike" noProof="1"/>
              <a:t>Click to edit Master text styles</a:t>
            </a:r>
            <a:endParaRPr lang="en-US" strike="noStrike" noProof="1"/>
          </a:p>
          <a:p>
            <a:pPr lvl="1" fontAlgn="auto"/>
            <a:r>
              <a:rPr lang="en-US" strike="noStrike" noProof="1"/>
              <a:t>Second level</a:t>
            </a:r>
            <a:endParaRPr lang="en-US" strike="noStrike" noProof="1"/>
          </a:p>
          <a:p>
            <a:pPr lvl="2" fontAlgn="auto"/>
            <a:r>
              <a:rPr lang="en-US" strike="noStrike" noProof="1"/>
              <a:t>Third level</a:t>
            </a:r>
            <a:endParaRPr lang="en-US" strike="noStrike" noProof="1"/>
          </a:p>
          <a:p>
            <a:pPr lvl="3" fontAlgn="auto"/>
            <a:r>
              <a:rPr lang="en-US" strike="noStrike" noProof="1"/>
              <a:t>Fourth level</a:t>
            </a:r>
            <a:endParaRPr lang="en-US" strike="noStrike" noProof="1"/>
          </a:p>
          <a:p>
            <a:pPr lvl="4" fontAlgn="auto"/>
            <a:r>
              <a:rPr lang="en-US" strike="noStrike" noProof="1"/>
              <a:t>Fifth level</a:t>
            </a:r>
            <a:endParaRPr lang="en-US" strike="noStrike" noProof="1"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en-US" strike="noStrike" noProof="1"/>
              <a:t>Click to edit Master text styles</a:t>
            </a:r>
            <a:endParaRPr lang="en-US" strike="noStrike" noProof="1"/>
          </a:p>
        </p:txBody>
      </p:sp>
      <p:sp>
        <p:nvSpPr>
          <p:cNvPr id="6" name="Content Placeholder 5"/>
          <p:cNvSpPr>
            <a:spLocks noGrp="1"/>
          </p:cNvSpPr>
          <p:nvPr>
            <p:ph sz="quarter" idx="4"/>
          </p:nvPr>
        </p:nvSpPr>
        <p:spPr>
          <a:xfrm>
            <a:off x="5088384" y="2737245"/>
            <a:ext cx="4185617" cy="3304117"/>
          </a:xfrm>
        </p:spPr>
        <p:txBody>
          <a:bodyPr>
            <a:normAutofit/>
          </a:bodyPr>
          <a:lstStyle/>
          <a:p>
            <a:pPr lvl="0" fontAlgn="auto"/>
            <a:r>
              <a:rPr lang="en-US" strike="noStrike" noProof="1"/>
              <a:t>Click to edit Master text styles</a:t>
            </a:r>
            <a:endParaRPr lang="en-US" strike="noStrike" noProof="1"/>
          </a:p>
          <a:p>
            <a:pPr lvl="1" fontAlgn="auto"/>
            <a:r>
              <a:rPr lang="en-US" strike="noStrike" noProof="1"/>
              <a:t>Second level</a:t>
            </a:r>
            <a:endParaRPr lang="en-US" strike="noStrike" noProof="1"/>
          </a:p>
          <a:p>
            <a:pPr lvl="2" fontAlgn="auto"/>
            <a:r>
              <a:rPr lang="en-US" strike="noStrike" noProof="1"/>
              <a:t>Third level</a:t>
            </a:r>
            <a:endParaRPr lang="en-US" strike="noStrike" noProof="1"/>
          </a:p>
          <a:p>
            <a:pPr lvl="3" fontAlgn="auto"/>
            <a:r>
              <a:rPr lang="en-US" strike="noStrike" noProof="1"/>
              <a:t>Fourth level</a:t>
            </a:r>
            <a:endParaRPr lang="en-US" strike="noStrike" noProof="1"/>
          </a:p>
          <a:p>
            <a:pPr lvl="4" fontAlgn="auto"/>
            <a:r>
              <a:rPr lang="en-US" strike="noStrike" noProof="1"/>
              <a:t>Fifth level</a:t>
            </a:r>
            <a:endParaRPr lang="en-US" strike="noStrike" noProof="1" dirty="0"/>
          </a:p>
        </p:txBody>
      </p:sp>
      <p:sp>
        <p:nvSpPr>
          <p:cNvPr id="7" name="Date Placeholder 6"/>
          <p:cNvSpPr>
            <a:spLocks noGrp="1"/>
          </p:cNvSpPr>
          <p:nvPr>
            <p:ph type="dt" sz="half" idx="10"/>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8" name="Footer Placeholder 7"/>
          <p:cNvSpPr>
            <a:spLocks noGrp="1"/>
          </p:cNvSpPr>
          <p:nvPr>
            <p:ph type="ftr" sz="quarter" idx="11"/>
          </p:nvPr>
        </p:nvSpPr>
        <p:spPr/>
        <p:txBody>
          <a:bodyPr/>
          <a:p>
            <a:pPr fontAlgn="auto"/>
            <a:endParaRPr lang="en-US" strike="noStrike" noProof="1" dirty="0"/>
          </a:p>
        </p:txBody>
      </p:sp>
      <p:sp>
        <p:nvSpPr>
          <p:cNvPr id="9" name="Slide Number Placeholder 8"/>
          <p:cNvSpPr>
            <a:spLocks noGrp="1"/>
          </p:cNvSpPr>
          <p:nvPr>
            <p:ph type="sldNum" sz="quarter" idx="12"/>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pPr fontAlgn="auto"/>
            <a:r>
              <a:rPr lang="en-US" strike="noStrike" noProof="1"/>
              <a:t>Click to edit Master title style</a:t>
            </a:r>
            <a:endParaRPr lang="en-US" strike="noStrike" noProof="1" dirty="0"/>
          </a:p>
        </p:txBody>
      </p:sp>
      <p:sp>
        <p:nvSpPr>
          <p:cNvPr id="3" name="Date Placeholder 2"/>
          <p:cNvSpPr>
            <a:spLocks noGrp="1"/>
          </p:cNvSpPr>
          <p:nvPr>
            <p:ph type="dt" sz="half" idx="10"/>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4" name="Footer Placeholder 3"/>
          <p:cNvSpPr>
            <a:spLocks noGrp="1"/>
          </p:cNvSpPr>
          <p:nvPr>
            <p:ph type="ftr" sz="quarter" idx="11"/>
          </p:nvPr>
        </p:nvSpPr>
        <p:spPr/>
        <p:txBody>
          <a:bodyPr/>
          <a:p>
            <a:pPr fontAlgn="auto"/>
            <a:endParaRPr lang="en-US" strike="noStrike" noProof="1" dirty="0"/>
          </a:p>
        </p:txBody>
      </p:sp>
      <p:sp>
        <p:nvSpPr>
          <p:cNvPr id="5" name="Slide Number Placeholder 4"/>
          <p:cNvSpPr>
            <a:spLocks noGrp="1"/>
          </p:cNvSpPr>
          <p:nvPr>
            <p:ph type="sldNum" sz="quarter" idx="12"/>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3" name="Footer Placeholder 2"/>
          <p:cNvSpPr>
            <a:spLocks noGrp="1"/>
          </p:cNvSpPr>
          <p:nvPr>
            <p:ph type="ftr" sz="quarter" idx="11"/>
          </p:nvPr>
        </p:nvSpPr>
        <p:spPr/>
        <p:txBody>
          <a:bodyPr/>
          <a:p>
            <a:pPr fontAlgn="auto"/>
            <a:endParaRPr lang="en-US" strike="noStrike" noProof="1" dirty="0"/>
          </a:p>
        </p:txBody>
      </p:sp>
      <p:sp>
        <p:nvSpPr>
          <p:cNvPr id="4" name="Slide Number Placeholder 3"/>
          <p:cNvSpPr>
            <a:spLocks noGrp="1"/>
          </p:cNvSpPr>
          <p:nvPr>
            <p:ph type="sldNum" sz="quarter" idx="12"/>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pPr fontAlgn="auto"/>
            <a:r>
              <a:rPr lang="en-US" strike="noStrike" noProof="1"/>
              <a:t>Click to edit Master title style</a:t>
            </a:r>
            <a:endParaRPr lang="en-US" strike="noStrike" noProof="1" dirty="0"/>
          </a:p>
        </p:txBody>
      </p:sp>
      <p:sp>
        <p:nvSpPr>
          <p:cNvPr id="3" name="Content Placeholder 2"/>
          <p:cNvSpPr>
            <a:spLocks noGrp="1"/>
          </p:cNvSpPr>
          <p:nvPr>
            <p:ph idx="1"/>
          </p:nvPr>
        </p:nvSpPr>
        <p:spPr>
          <a:xfrm>
            <a:off x="4760461" y="514924"/>
            <a:ext cx="4513541" cy="5526437"/>
          </a:xfrm>
        </p:spPr>
        <p:txBody>
          <a:bodyPr>
            <a:normAutofit/>
          </a:bodyPr>
          <a:lstStyle/>
          <a:p>
            <a:pPr lvl="0" fontAlgn="auto"/>
            <a:r>
              <a:rPr lang="en-US" strike="noStrike" noProof="1"/>
              <a:t>Click to edit Master text styles</a:t>
            </a:r>
            <a:endParaRPr lang="en-US" strike="noStrike" noProof="1"/>
          </a:p>
          <a:p>
            <a:pPr lvl="1" fontAlgn="auto"/>
            <a:r>
              <a:rPr lang="en-US" strike="noStrike" noProof="1"/>
              <a:t>Second level</a:t>
            </a:r>
            <a:endParaRPr lang="en-US" strike="noStrike" noProof="1"/>
          </a:p>
          <a:p>
            <a:pPr lvl="2" fontAlgn="auto"/>
            <a:r>
              <a:rPr lang="en-US" strike="noStrike" noProof="1"/>
              <a:t>Third level</a:t>
            </a:r>
            <a:endParaRPr lang="en-US" strike="noStrike" noProof="1"/>
          </a:p>
          <a:p>
            <a:pPr lvl="3" fontAlgn="auto"/>
            <a:r>
              <a:rPr lang="en-US" strike="noStrike" noProof="1"/>
              <a:t>Fourth level</a:t>
            </a:r>
            <a:endParaRPr lang="en-US" strike="noStrike" noProof="1"/>
          </a:p>
          <a:p>
            <a:pPr lvl="4" fontAlgn="auto"/>
            <a:r>
              <a:rPr lang="en-US" strike="noStrike" noProof="1"/>
              <a:t>Fifth level</a:t>
            </a:r>
            <a:endParaRPr lang="en-US" strike="noStrike" noProof="1"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fontAlgn="auto"/>
            <a:r>
              <a:rPr lang="en-US" strike="noStrike" noProof="1"/>
              <a:t>Click to edit Master text styles</a:t>
            </a:r>
            <a:endParaRPr lang="en-US" strike="noStrike" noProof="1"/>
          </a:p>
        </p:txBody>
      </p:sp>
      <p:sp>
        <p:nvSpPr>
          <p:cNvPr id="5" name="Date Placeholder 4"/>
          <p:cNvSpPr>
            <a:spLocks noGrp="1"/>
          </p:cNvSpPr>
          <p:nvPr>
            <p:ph type="dt" sz="half" idx="10"/>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6" name="Footer Placeholder 5"/>
          <p:cNvSpPr>
            <a:spLocks noGrp="1"/>
          </p:cNvSpPr>
          <p:nvPr>
            <p:ph type="ftr" sz="quarter" idx="11"/>
          </p:nvPr>
        </p:nvSpPr>
        <p:spPr/>
        <p:txBody>
          <a:bodyPr/>
          <a:p>
            <a:pPr fontAlgn="auto"/>
            <a:endParaRPr lang="en-US" strike="noStrike" noProof="1" dirty="0"/>
          </a:p>
        </p:txBody>
      </p:sp>
      <p:sp>
        <p:nvSpPr>
          <p:cNvPr id="7" name="Slide Number Placeholder 6"/>
          <p:cNvSpPr>
            <a:spLocks noGrp="1"/>
          </p:cNvSpPr>
          <p:nvPr>
            <p:ph type="sldNum" sz="quarter" idx="12"/>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pPr fontAlgn="auto"/>
            <a:r>
              <a:rPr lang="en-US" strike="noStrike" noProof="1"/>
              <a:t>Click to edit Master title style</a:t>
            </a:r>
            <a:endParaRPr lang="en-US" strike="noStrike" noProof="1"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fontAlgn="auto"/>
            <a:r>
              <a:rPr lang="en-US" strike="noStrike" noProof="1"/>
              <a:t>Click icon to add picture</a:t>
            </a:r>
            <a:endParaRPr lang="en-US" strike="noStrike" noProof="1"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en-US" strike="noStrike" noProof="1"/>
              <a:t>Click to edit Master text styles</a:t>
            </a:r>
            <a:endParaRPr lang="en-US" strike="noStrike" noProof="1"/>
          </a:p>
        </p:txBody>
      </p:sp>
      <p:sp>
        <p:nvSpPr>
          <p:cNvPr id="5" name="Date Placeholder 4"/>
          <p:cNvSpPr>
            <a:spLocks noGrp="1"/>
          </p:cNvSpPr>
          <p:nvPr>
            <p:ph type="dt" sz="half" idx="10"/>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6" name="Footer Placeholder 5"/>
          <p:cNvSpPr>
            <a:spLocks noGrp="1"/>
          </p:cNvSpPr>
          <p:nvPr>
            <p:ph type="ftr" sz="quarter" idx="11"/>
          </p:nvPr>
        </p:nvSpPr>
        <p:spPr/>
        <p:txBody>
          <a:bodyPr/>
          <a:p>
            <a:pPr fontAlgn="auto"/>
            <a:endParaRPr lang="en-US" strike="noStrike" noProof="1" dirty="0"/>
          </a:p>
        </p:txBody>
      </p:sp>
      <p:sp>
        <p:nvSpPr>
          <p:cNvPr id="7" name="Slide Number Placeholder 6"/>
          <p:cNvSpPr>
            <a:spLocks noGrp="1"/>
          </p:cNvSpPr>
          <p:nvPr>
            <p:ph type="sldNum" sz="quarter" idx="12"/>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pPr fontAlgn="auto"/>
            <a:r>
              <a:rPr lang="en-US" strike="noStrike" noProof="1"/>
              <a:t>Click to edit Master title style</a:t>
            </a:r>
            <a:endParaRPr lang="en-US" strike="noStrike" noProof="1"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en-US" strike="noStrike" noProof="1"/>
              <a:t>Click to edit Master text styles</a:t>
            </a:r>
            <a:endParaRPr lang="en-US" strike="noStrike" noProof="1"/>
          </a:p>
        </p:txBody>
      </p:sp>
      <p:sp>
        <p:nvSpPr>
          <p:cNvPr id="4" name="Date Placeholder 3"/>
          <p:cNvSpPr>
            <a:spLocks noGrp="1"/>
          </p:cNvSpPr>
          <p:nvPr>
            <p:ph type="dt" sz="half" idx="10"/>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5" name="Footer Placeholder 4"/>
          <p:cNvSpPr>
            <a:spLocks noGrp="1"/>
          </p:cNvSpPr>
          <p:nvPr>
            <p:ph type="ftr" sz="quarter" idx="11"/>
          </p:nvPr>
        </p:nvSpPr>
        <p:spPr/>
        <p:txBody>
          <a:bodyPr/>
          <a:p>
            <a:pPr fontAlgn="auto"/>
            <a:endParaRPr lang="en-US" strike="noStrike" noProof="1" dirty="0"/>
          </a:p>
        </p:txBody>
      </p:sp>
      <p:sp>
        <p:nvSpPr>
          <p:cNvPr id="6" name="Slide Number Placeholder 5"/>
          <p:cNvSpPr>
            <a:spLocks noGrp="1"/>
          </p:cNvSpPr>
          <p:nvPr>
            <p:ph type="sldNum" sz="quarter" idx="12"/>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3088" name="TextBox 23"/>
          <p:cNvSpPr txBox="1"/>
          <p:nvPr/>
        </p:nvSpPr>
        <p:spPr>
          <a:xfrm>
            <a:off x="541338" y="790575"/>
            <a:ext cx="609600" cy="584200"/>
          </a:xfrm>
          <a:prstGeom prst="rect">
            <a:avLst/>
          </a:prstGeom>
          <a:noFill/>
          <a:ln w="9525">
            <a:noFill/>
          </a:ln>
        </p:spPr>
        <p:txBody>
          <a:bodyPr lIns="91440" tIns="45720" rIns="91440" bIns="45720" anchor="ctr" anchorCtr="0"/>
          <a:p>
            <a:pPr lvl="0"/>
            <a:r>
              <a:rPr lang="en-US" altLang="zh-CN" sz="8000" baseline="0" dirty="0">
                <a:solidFill>
                  <a:srgbClr val="9FE0F5"/>
                </a:solidFill>
                <a:latin typeface="Arial" panose="020B0604020202020204"/>
              </a:rPr>
              <a:t>“</a:t>
            </a:r>
            <a:endParaRPr lang="en-US" altLang="zh-CN" sz="8000" baseline="0" dirty="0">
              <a:solidFill>
                <a:srgbClr val="9FE0F5"/>
              </a:solidFill>
              <a:latin typeface="Arial" panose="020B0604020202020204"/>
            </a:endParaRPr>
          </a:p>
        </p:txBody>
      </p:sp>
      <p:sp>
        <p:nvSpPr>
          <p:cNvPr id="3089" name="TextBox 24"/>
          <p:cNvSpPr txBox="1"/>
          <p:nvPr/>
        </p:nvSpPr>
        <p:spPr>
          <a:xfrm>
            <a:off x="8893175" y="2886075"/>
            <a:ext cx="609600" cy="585788"/>
          </a:xfrm>
          <a:prstGeom prst="rect">
            <a:avLst/>
          </a:prstGeom>
          <a:noFill/>
          <a:ln w="9525">
            <a:noFill/>
          </a:ln>
        </p:spPr>
        <p:txBody>
          <a:bodyPr lIns="91440" tIns="45720" rIns="91440" bIns="45720" anchor="ctr" anchorCtr="0"/>
          <a:p>
            <a:pPr lvl="0"/>
            <a:r>
              <a:rPr lang="en-US" altLang="zh-CN" sz="8000" baseline="0" dirty="0">
                <a:solidFill>
                  <a:srgbClr val="9FE0F5"/>
                </a:solidFill>
                <a:latin typeface="Arial" panose="020B0604020202020204"/>
              </a:rPr>
              <a:t>”</a:t>
            </a:r>
            <a:endParaRPr lang="en-US" altLang="zh-CN" sz="8000" baseline="0" dirty="0">
              <a:solidFill>
                <a:srgbClr val="9FE0F5"/>
              </a:solidFill>
              <a:latin typeface="Arial" panose="020B0604020202020204"/>
            </a:endParaRPr>
          </a:p>
        </p:txBody>
      </p:sp>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pPr fontAlgn="auto"/>
            <a:r>
              <a:rPr lang="en-US" strike="noStrike" noProof="1"/>
              <a:t>Click to edit Master title style</a:t>
            </a:r>
            <a:endParaRPr lang="en-US" strike="noStrike" noProof="1"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fontAlgn="auto"/>
            <a:r>
              <a:rPr lang="en-US" strike="noStrike" noProof="1"/>
              <a:t>Click to edit Master text styles</a:t>
            </a:r>
            <a:endParaRPr lang="en-US" strike="noStrike" noProof="1"/>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en-US" strike="noStrike" noProof="1"/>
              <a:t>Click to edit Master text styles</a:t>
            </a:r>
            <a:endParaRPr lang="en-US" strike="noStrike" noProof="1"/>
          </a:p>
        </p:txBody>
      </p:sp>
      <p:sp>
        <p:nvSpPr>
          <p:cNvPr id="4" name="Date Placeholder 3"/>
          <p:cNvSpPr>
            <a:spLocks noGrp="1"/>
          </p:cNvSpPr>
          <p:nvPr>
            <p:ph type="dt" sz="half" idx="10"/>
          </p:nvPr>
        </p:nvSpPr>
        <p:spPr>
          <a:xfrm>
            <a:off x="7205663" y="6042025"/>
            <a:ext cx="911225" cy="365125"/>
          </a:xfrm>
          <a:prstGeom prst="rect">
            <a:avLst/>
          </a:prstGeom>
        </p:spPr>
        <p:txBody>
          <a:bodyPr vert="horz" lIns="91440" tIns="45720" rIns="91440" bIns="45720" rtlCol="0" anchor="ctr"/>
          <a:lstStyle/>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5" name="Footer Placeholder 4"/>
          <p:cNvSpPr>
            <a:spLocks noGrp="1"/>
          </p:cNvSpPr>
          <p:nvPr>
            <p:ph type="ftr" sz="quarter" idx="11"/>
          </p:nvPr>
        </p:nvSpPr>
        <p:spPr>
          <a:xfrm>
            <a:off x="677863" y="6042025"/>
            <a:ext cx="6297613" cy="365125"/>
          </a:xfrm>
          <a:prstGeom prst="rect">
            <a:avLst/>
          </a:prstGeom>
        </p:spPr>
        <p:txBody>
          <a:bodyPr vert="horz" lIns="91440" tIns="45720" rIns="91440" bIns="45720" rtlCol="0" anchor="ctr"/>
          <a:lstStyle/>
          <a:p>
            <a:pPr fontAlgn="auto"/>
            <a:endParaRPr lang="en-US" strike="noStrike" noProof="1" dirty="0"/>
          </a:p>
        </p:txBody>
      </p:sp>
      <p:sp>
        <p:nvSpPr>
          <p:cNvPr id="6" name="Slide Number Placeholder 5"/>
          <p:cNvSpPr>
            <a:spLocks noGrp="1"/>
          </p:cNvSpPr>
          <p:nvPr>
            <p:ph type="sldNum" sz="quarter" idx="12"/>
          </p:nvPr>
        </p:nvSpPr>
        <p:spPr>
          <a:xfrm>
            <a:off x="8589963" y="6042025"/>
            <a:ext cx="684213" cy="365125"/>
          </a:xfrm>
          <a:prstGeom prst="rect">
            <a:avLst/>
          </a:prstGeom>
        </p:spPr>
        <p:txBody>
          <a:bodyPr vert="horz" lIns="91440" tIns="45720" rIns="91440" bIns="45720" rtlCol="0" anchor="ctr"/>
          <a:lstStyle/>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pPr fontAlgn="auto"/>
            <a:r>
              <a:rPr lang="en-US" strike="noStrike" noProof="1"/>
              <a:t>Click to edit Master title style</a:t>
            </a:r>
            <a:endParaRPr lang="en-US" strike="noStrike" noProof="1"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en-US" strike="noStrike" noProof="1"/>
              <a:t>Click to edit Master text styles</a:t>
            </a:r>
            <a:endParaRPr lang="en-US" strike="noStrike" noProof="1"/>
          </a:p>
        </p:txBody>
      </p:sp>
      <p:sp>
        <p:nvSpPr>
          <p:cNvPr id="4" name="Date Placeholder 3"/>
          <p:cNvSpPr>
            <a:spLocks noGrp="1"/>
          </p:cNvSpPr>
          <p:nvPr>
            <p:ph type="dt" sz="half" idx="10"/>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5" name="Footer Placeholder 4"/>
          <p:cNvSpPr>
            <a:spLocks noGrp="1"/>
          </p:cNvSpPr>
          <p:nvPr>
            <p:ph type="ftr" sz="quarter" idx="11"/>
          </p:nvPr>
        </p:nvSpPr>
        <p:spPr/>
        <p:txBody>
          <a:bodyPr/>
          <a:p>
            <a:pPr fontAlgn="auto"/>
            <a:endParaRPr lang="en-US" strike="noStrike" noProof="1" dirty="0"/>
          </a:p>
        </p:txBody>
      </p:sp>
      <p:sp>
        <p:nvSpPr>
          <p:cNvPr id="6" name="Slide Number Placeholder 5"/>
          <p:cNvSpPr>
            <a:spLocks noGrp="1"/>
          </p:cNvSpPr>
          <p:nvPr>
            <p:ph type="sldNum" sz="quarter" idx="12"/>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112" name="TextBox 23"/>
          <p:cNvSpPr txBox="1"/>
          <p:nvPr/>
        </p:nvSpPr>
        <p:spPr>
          <a:xfrm>
            <a:off x="541338" y="790575"/>
            <a:ext cx="609600" cy="584200"/>
          </a:xfrm>
          <a:prstGeom prst="rect">
            <a:avLst/>
          </a:prstGeom>
          <a:noFill/>
          <a:ln w="9525">
            <a:noFill/>
          </a:ln>
        </p:spPr>
        <p:txBody>
          <a:bodyPr lIns="91440" tIns="45720" rIns="91440" bIns="45720" anchor="ctr" anchorCtr="0"/>
          <a:p>
            <a:pPr lvl="0"/>
            <a:r>
              <a:rPr lang="en-US" altLang="zh-CN" sz="8000" baseline="0" dirty="0">
                <a:solidFill>
                  <a:srgbClr val="9FE0F5"/>
                </a:solidFill>
                <a:latin typeface="Arial" panose="020B0604020202020204"/>
              </a:rPr>
              <a:t>“</a:t>
            </a:r>
            <a:endParaRPr lang="en-US" altLang="zh-CN" sz="8000" baseline="0" dirty="0">
              <a:solidFill>
                <a:srgbClr val="9FE0F5"/>
              </a:solidFill>
              <a:latin typeface="Arial" panose="020B0604020202020204"/>
            </a:endParaRPr>
          </a:p>
        </p:txBody>
      </p:sp>
      <p:sp>
        <p:nvSpPr>
          <p:cNvPr id="4113" name="TextBox 24"/>
          <p:cNvSpPr txBox="1"/>
          <p:nvPr/>
        </p:nvSpPr>
        <p:spPr>
          <a:xfrm>
            <a:off x="8893175" y="2886075"/>
            <a:ext cx="609600" cy="585788"/>
          </a:xfrm>
          <a:prstGeom prst="rect">
            <a:avLst/>
          </a:prstGeom>
          <a:noFill/>
          <a:ln w="9525">
            <a:noFill/>
          </a:ln>
        </p:spPr>
        <p:txBody>
          <a:bodyPr lIns="91440" tIns="45720" rIns="91440" bIns="45720" anchor="ctr" anchorCtr="0"/>
          <a:p>
            <a:pPr lvl="0"/>
            <a:r>
              <a:rPr lang="en-US" altLang="zh-CN" sz="8000" baseline="0" dirty="0">
                <a:solidFill>
                  <a:srgbClr val="9FE0F5"/>
                </a:solidFill>
                <a:latin typeface="Arial" panose="020B0604020202020204"/>
              </a:rPr>
              <a:t>”</a:t>
            </a:r>
            <a:endParaRPr lang="en-US" altLang="zh-CN" sz="8000" baseline="0" dirty="0">
              <a:solidFill>
                <a:srgbClr val="9FE0F5"/>
              </a:solidFill>
              <a:latin typeface="Arial" panose="020B0604020202020204"/>
            </a:endParaRPr>
          </a:p>
        </p:txBody>
      </p:sp>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pPr fontAlgn="auto"/>
            <a:r>
              <a:rPr lang="en-US" strike="noStrike" noProof="1"/>
              <a:t>Click to edit Master title style</a:t>
            </a:r>
            <a:endParaRPr lang="en-US" strike="noStrike" noProof="1"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fontAlgn="auto"/>
            <a:r>
              <a:rPr lang="en-US" strike="noStrike" noProof="1"/>
              <a:t>Click to edit Master text styles</a:t>
            </a:r>
            <a:endParaRPr lang="en-US" strike="noStrike" noProof="1"/>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en-US" strike="noStrike" noProof="1"/>
              <a:t>Click to edit Master text styles</a:t>
            </a:r>
            <a:endParaRPr lang="en-US" strike="noStrike" noProof="1"/>
          </a:p>
        </p:txBody>
      </p:sp>
      <p:sp>
        <p:nvSpPr>
          <p:cNvPr id="4" name="Date Placeholder 3"/>
          <p:cNvSpPr>
            <a:spLocks noGrp="1"/>
          </p:cNvSpPr>
          <p:nvPr>
            <p:ph type="dt" sz="half" idx="10"/>
          </p:nvPr>
        </p:nvSpPr>
        <p:spPr>
          <a:xfrm>
            <a:off x="7205663" y="6042025"/>
            <a:ext cx="911225" cy="365125"/>
          </a:xfrm>
          <a:prstGeom prst="rect">
            <a:avLst/>
          </a:prstGeom>
        </p:spPr>
        <p:txBody>
          <a:bodyPr vert="horz" lIns="91440" tIns="45720" rIns="91440" bIns="45720" rtlCol="0" anchor="ctr"/>
          <a:lstStyle/>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5" name="Footer Placeholder 4"/>
          <p:cNvSpPr>
            <a:spLocks noGrp="1"/>
          </p:cNvSpPr>
          <p:nvPr>
            <p:ph type="ftr" sz="quarter" idx="11"/>
          </p:nvPr>
        </p:nvSpPr>
        <p:spPr>
          <a:xfrm>
            <a:off x="677863" y="6042025"/>
            <a:ext cx="6297613" cy="365125"/>
          </a:xfrm>
          <a:prstGeom prst="rect">
            <a:avLst/>
          </a:prstGeom>
        </p:spPr>
        <p:txBody>
          <a:bodyPr vert="horz" lIns="91440" tIns="45720" rIns="91440" bIns="45720" rtlCol="0" anchor="ctr"/>
          <a:lstStyle/>
          <a:p>
            <a:pPr fontAlgn="auto"/>
            <a:endParaRPr lang="en-US" strike="noStrike" noProof="1" dirty="0"/>
          </a:p>
        </p:txBody>
      </p:sp>
      <p:sp>
        <p:nvSpPr>
          <p:cNvPr id="6" name="Slide Number Placeholder 5"/>
          <p:cNvSpPr>
            <a:spLocks noGrp="1"/>
          </p:cNvSpPr>
          <p:nvPr>
            <p:ph type="sldNum" sz="quarter" idx="12"/>
          </p:nvPr>
        </p:nvSpPr>
        <p:spPr>
          <a:xfrm>
            <a:off x="8589963" y="6042025"/>
            <a:ext cx="684213" cy="365125"/>
          </a:xfrm>
          <a:prstGeom prst="rect">
            <a:avLst/>
          </a:prstGeom>
        </p:spPr>
        <p:txBody>
          <a:bodyPr vert="horz" lIns="91440" tIns="45720" rIns="91440" bIns="45720" rtlCol="0" anchor="ctr"/>
          <a:lstStyle/>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pPr fontAlgn="auto"/>
            <a:r>
              <a:rPr lang="en-US" strike="noStrike" noProof="1"/>
              <a:t>Click to edit Master title style</a:t>
            </a:r>
            <a:endParaRPr lang="en-US" strike="noStrike" noProof="1"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fontAlgn="auto"/>
            <a:r>
              <a:rPr lang="en-US" strike="noStrike" noProof="1"/>
              <a:t>Click to edit Master text styles</a:t>
            </a:r>
            <a:endParaRPr lang="en-US" strike="noStrike" noProof="1"/>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en-US" strike="noStrike" noProof="1"/>
              <a:t>Click to edit Master text styles</a:t>
            </a:r>
            <a:endParaRPr lang="en-US" strike="noStrike" noProof="1"/>
          </a:p>
        </p:txBody>
      </p:sp>
      <p:sp>
        <p:nvSpPr>
          <p:cNvPr id="4" name="Date Placeholder 3"/>
          <p:cNvSpPr>
            <a:spLocks noGrp="1"/>
          </p:cNvSpPr>
          <p:nvPr>
            <p:ph type="dt" sz="half" idx="14"/>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5" name="Footer Placeholder 4"/>
          <p:cNvSpPr>
            <a:spLocks noGrp="1"/>
          </p:cNvSpPr>
          <p:nvPr>
            <p:ph type="ftr" sz="quarter" idx="15"/>
          </p:nvPr>
        </p:nvSpPr>
        <p:spPr/>
        <p:txBody>
          <a:bodyPr/>
          <a:p>
            <a:pPr fontAlgn="auto"/>
            <a:endParaRPr lang="en-US" strike="noStrike" noProof="1" dirty="0"/>
          </a:p>
        </p:txBody>
      </p:sp>
      <p:sp>
        <p:nvSpPr>
          <p:cNvPr id="6" name="Slide Number Placeholder 5"/>
          <p:cNvSpPr>
            <a:spLocks noGrp="1"/>
          </p:cNvSpPr>
          <p:nvPr>
            <p:ph type="sldNum" sz="quarter" idx="16"/>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en-US" strike="noStrike" noProof="1"/>
              <a:t>Click to edit Master title style</a:t>
            </a:r>
            <a:endParaRPr lang="en-US" strike="noStrike" noProof="1" dirty="0"/>
          </a:p>
        </p:txBody>
      </p:sp>
      <p:sp>
        <p:nvSpPr>
          <p:cNvPr id="3" name="Vertical Text Placeholder 2"/>
          <p:cNvSpPr>
            <a:spLocks noGrp="1"/>
          </p:cNvSpPr>
          <p:nvPr>
            <p:ph type="body" orient="vert" idx="1"/>
          </p:nvPr>
        </p:nvSpPr>
        <p:spPr/>
        <p:txBody>
          <a:bodyPr vert="eaVert"/>
          <a:lstStyle/>
          <a:p>
            <a:pPr lvl="0" fontAlgn="auto"/>
            <a:r>
              <a:rPr lang="en-US" strike="noStrike" noProof="1"/>
              <a:t>Click to edit Master text styles</a:t>
            </a:r>
            <a:endParaRPr lang="en-US" strike="noStrike" noProof="1"/>
          </a:p>
          <a:p>
            <a:pPr lvl="1" fontAlgn="auto"/>
            <a:r>
              <a:rPr lang="en-US" strike="noStrike" noProof="1"/>
              <a:t>Second level</a:t>
            </a:r>
            <a:endParaRPr lang="en-US" strike="noStrike" noProof="1"/>
          </a:p>
          <a:p>
            <a:pPr lvl="2" fontAlgn="auto"/>
            <a:r>
              <a:rPr lang="en-US" strike="noStrike" noProof="1"/>
              <a:t>Third level</a:t>
            </a:r>
            <a:endParaRPr lang="en-US" strike="noStrike" noProof="1"/>
          </a:p>
          <a:p>
            <a:pPr lvl="3" fontAlgn="auto"/>
            <a:r>
              <a:rPr lang="en-US" strike="noStrike" noProof="1"/>
              <a:t>Fourth level</a:t>
            </a:r>
            <a:endParaRPr lang="en-US" strike="noStrike" noProof="1"/>
          </a:p>
          <a:p>
            <a:pPr lvl="4" fontAlgn="auto"/>
            <a:r>
              <a:rPr lang="en-US" strike="noStrike" noProof="1"/>
              <a:t>Fifth level</a:t>
            </a:r>
            <a:endParaRPr lang="en-US" strike="noStrike" noProof="1" dirty="0"/>
          </a:p>
        </p:txBody>
      </p:sp>
      <p:sp>
        <p:nvSpPr>
          <p:cNvPr id="4" name="Date Placeholder 3"/>
          <p:cNvSpPr>
            <a:spLocks noGrp="1"/>
          </p:cNvSpPr>
          <p:nvPr>
            <p:ph type="dt" sz="half" idx="10"/>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5" name="Footer Placeholder 4"/>
          <p:cNvSpPr>
            <a:spLocks noGrp="1"/>
          </p:cNvSpPr>
          <p:nvPr>
            <p:ph type="ftr" sz="quarter" idx="11"/>
          </p:nvPr>
        </p:nvSpPr>
        <p:spPr/>
        <p:txBody>
          <a:bodyPr/>
          <a:p>
            <a:pPr fontAlgn="auto"/>
            <a:endParaRPr lang="en-US" strike="noStrike" noProof="1" dirty="0"/>
          </a:p>
        </p:txBody>
      </p:sp>
      <p:sp>
        <p:nvSpPr>
          <p:cNvPr id="6" name="Slide Number Placeholder 5"/>
          <p:cNvSpPr>
            <a:spLocks noGrp="1"/>
          </p:cNvSpPr>
          <p:nvPr>
            <p:ph type="sldNum" sz="quarter" idx="12"/>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pPr fontAlgn="auto"/>
            <a:r>
              <a:rPr lang="en-US" strike="noStrike" noProof="1"/>
              <a:t>Click to edit Master title style</a:t>
            </a:r>
            <a:endParaRPr lang="en-US" strike="noStrike" noProof="1"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fontAlgn="auto"/>
            <a:r>
              <a:rPr lang="en-US" strike="noStrike" noProof="1"/>
              <a:t>Click to edit Master text styles</a:t>
            </a:r>
            <a:endParaRPr lang="en-US" strike="noStrike" noProof="1"/>
          </a:p>
          <a:p>
            <a:pPr lvl="1" fontAlgn="auto"/>
            <a:r>
              <a:rPr lang="en-US" strike="noStrike" noProof="1"/>
              <a:t>Second level</a:t>
            </a:r>
            <a:endParaRPr lang="en-US" strike="noStrike" noProof="1"/>
          </a:p>
          <a:p>
            <a:pPr lvl="2" fontAlgn="auto"/>
            <a:r>
              <a:rPr lang="en-US" strike="noStrike" noProof="1"/>
              <a:t>Third level</a:t>
            </a:r>
            <a:endParaRPr lang="en-US" strike="noStrike" noProof="1"/>
          </a:p>
          <a:p>
            <a:pPr lvl="3" fontAlgn="auto"/>
            <a:r>
              <a:rPr lang="en-US" strike="noStrike" noProof="1"/>
              <a:t>Fourth level</a:t>
            </a:r>
            <a:endParaRPr lang="en-US" strike="noStrike" noProof="1"/>
          </a:p>
          <a:p>
            <a:pPr lvl="4" fontAlgn="auto"/>
            <a:r>
              <a:rPr lang="en-US" strike="noStrike" noProof="1"/>
              <a:t>Fifth level</a:t>
            </a:r>
            <a:endParaRPr lang="en-US" strike="noStrike" noProof="1" dirty="0"/>
          </a:p>
        </p:txBody>
      </p:sp>
      <p:sp>
        <p:nvSpPr>
          <p:cNvPr id="4" name="Date Placeholder 3"/>
          <p:cNvSpPr>
            <a:spLocks noGrp="1"/>
          </p:cNvSpPr>
          <p:nvPr>
            <p:ph type="dt" sz="half" idx="10"/>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5" name="Footer Placeholder 4"/>
          <p:cNvSpPr>
            <a:spLocks noGrp="1"/>
          </p:cNvSpPr>
          <p:nvPr>
            <p:ph type="ftr" sz="quarter" idx="11"/>
          </p:nvPr>
        </p:nvSpPr>
        <p:spPr/>
        <p:txBody>
          <a:bodyPr/>
          <a:p>
            <a:pPr fontAlgn="auto"/>
            <a:endParaRPr lang="en-US" strike="noStrike" noProof="1" dirty="0"/>
          </a:p>
        </p:txBody>
      </p:sp>
      <p:sp>
        <p:nvSpPr>
          <p:cNvPr id="6" name="Slide Number Placeholder 5"/>
          <p:cNvSpPr>
            <a:spLocks noGrp="1"/>
          </p:cNvSpPr>
          <p:nvPr>
            <p:ph type="sldNum" sz="quarter" idx="12"/>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5" name="Hexagon 14"/>
          <p:cNvSpPr/>
          <p:nvPr userDrawn="1"/>
        </p:nvSpPr>
        <p:spPr>
          <a:xfrm>
            <a:off x="739775" y="1382713"/>
            <a:ext cx="1230313" cy="1060450"/>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dirty="0"/>
          </a:p>
        </p:txBody>
      </p:sp>
      <p:sp>
        <p:nvSpPr>
          <p:cNvPr id="16" name="Hexagon 15"/>
          <p:cNvSpPr/>
          <p:nvPr userDrawn="1"/>
        </p:nvSpPr>
        <p:spPr>
          <a:xfrm>
            <a:off x="3754438" y="1195388"/>
            <a:ext cx="1666875" cy="1435100"/>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dirty="0"/>
          </a:p>
        </p:txBody>
      </p:sp>
      <p:sp>
        <p:nvSpPr>
          <p:cNvPr id="17" name="Hexagon 16"/>
          <p:cNvSpPr/>
          <p:nvPr userDrawn="1"/>
        </p:nvSpPr>
        <p:spPr>
          <a:xfrm>
            <a:off x="3805238" y="5232400"/>
            <a:ext cx="717550" cy="620713"/>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dirty="0"/>
          </a:p>
        </p:txBody>
      </p:sp>
      <p:sp>
        <p:nvSpPr>
          <p:cNvPr id="18" name="Hexagon 17"/>
          <p:cNvSpPr/>
          <p:nvPr userDrawn="1"/>
        </p:nvSpPr>
        <p:spPr>
          <a:xfrm>
            <a:off x="1838325" y="1101725"/>
            <a:ext cx="650875" cy="561975"/>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dirty="0"/>
          </a:p>
        </p:txBody>
      </p:sp>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fontAlgn="auto"/>
            <a:r>
              <a:rPr lang="en-US" strike="noStrike" noProof="1"/>
              <a:t>Click to edit Master text styles</a:t>
            </a:r>
            <a:endParaRPr lang="en-US" strike="noStrike" noProof="1"/>
          </a:p>
          <a:p>
            <a:pPr lvl="1" fontAlgn="auto"/>
            <a:r>
              <a:rPr lang="en-US" strike="noStrike" noProof="1"/>
              <a:t>Second level</a:t>
            </a:r>
            <a:endParaRPr lang="en-US" strike="noStrike" noProof="1"/>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pPr fontAlgn="auto"/>
            <a:r>
              <a:rPr lang="en-US" strike="noStrike" noProof="1"/>
              <a:t>Click icon to add picture</a:t>
            </a:r>
            <a:endParaRPr lang="en-US" strike="noStrike" noProof="1"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pPr fontAlgn="auto"/>
            <a:r>
              <a:rPr lang="en-US" strike="noStrike" noProof="1"/>
              <a:t>Click to edit Master title style</a:t>
            </a:r>
            <a:endParaRPr lang="en-US" strike="noStrike" noProof="1"/>
          </a:p>
        </p:txBody>
      </p:sp>
      <p:sp>
        <p:nvSpPr>
          <p:cNvPr id="3" name="Date Placeholder 2"/>
          <p:cNvSpPr>
            <a:spLocks noGrp="1"/>
          </p:cNvSpPr>
          <p:nvPr>
            <p:ph type="dt" sz="half" idx="13"/>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4" name="Footer Placeholder 3"/>
          <p:cNvSpPr>
            <a:spLocks noGrp="1"/>
          </p:cNvSpPr>
          <p:nvPr>
            <p:ph type="ftr" sz="quarter" idx="14"/>
          </p:nvPr>
        </p:nvSpPr>
        <p:spPr/>
        <p:txBody>
          <a:bodyPr/>
          <a:p>
            <a:pPr fontAlgn="auto"/>
            <a:endParaRPr lang="en-US" strike="noStrike" noProof="1" dirty="0"/>
          </a:p>
        </p:txBody>
      </p:sp>
      <p:sp>
        <p:nvSpPr>
          <p:cNvPr id="5" name="Slide Number Placeholder 4"/>
          <p:cNvSpPr>
            <a:spLocks noGrp="1"/>
          </p:cNvSpPr>
          <p:nvPr>
            <p:ph type="sldNum" sz="quarter" idx="15"/>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291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dirty="0">
              <a:solidFill>
                <a:schemeClr val="accent5"/>
              </a:solidFill>
            </a:endParaRPr>
          </a:p>
        </p:txBody>
      </p:sp>
      <p:sp>
        <p:nvSpPr>
          <p:cNvPr id="14" name="Oval 13"/>
          <p:cNvSpPr/>
          <p:nvPr userDrawn="1"/>
        </p:nvSpPr>
        <p:spPr>
          <a:xfrm>
            <a:off x="11007725" y="5605463"/>
            <a:ext cx="654050" cy="6540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dirty="0">
              <a:solidFill>
                <a:schemeClr val="accent5"/>
              </a:solidFill>
            </a:endParaRPr>
          </a:p>
        </p:txBody>
      </p:sp>
      <p:sp>
        <p:nvSpPr>
          <p:cNvPr id="16" name="Oval 15"/>
          <p:cNvSpPr/>
          <p:nvPr userDrawn="1"/>
        </p:nvSpPr>
        <p:spPr>
          <a:xfrm>
            <a:off x="10683875" y="6132513"/>
            <a:ext cx="250825" cy="25082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pPr fontAlgn="auto"/>
            <a:r>
              <a:rPr lang="en-US" strike="noStrike" noProof="1"/>
              <a:t>Click icon to add picture</a:t>
            </a:r>
            <a:endParaRPr lang="en-US" strike="noStrike" noProof="1"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fontAlgn="auto"/>
            <a:r>
              <a:rPr lang="en-US" strike="noStrike" noProof="1"/>
              <a:t>Click to edit Master text styles</a:t>
            </a:r>
            <a:endParaRPr lang="en-US" strike="noStrike" noProof="1"/>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pPr fontAlgn="auto"/>
            <a:r>
              <a:rPr lang="en-US" strike="noStrike" noProof="1"/>
              <a:t>Click to edit Master title style</a:t>
            </a:r>
            <a:endParaRPr lang="en-US" strike="noStrike" noProof="1" dirty="0"/>
          </a:p>
        </p:txBody>
      </p:sp>
      <p:sp>
        <p:nvSpPr>
          <p:cNvPr id="2" name="Date Placeholder 1"/>
          <p:cNvSpPr>
            <a:spLocks noGrp="1"/>
          </p:cNvSpPr>
          <p:nvPr>
            <p:ph type="dt" sz="half" idx="13"/>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3" name="Footer Placeholder 2"/>
          <p:cNvSpPr>
            <a:spLocks noGrp="1"/>
          </p:cNvSpPr>
          <p:nvPr>
            <p:ph type="ftr" sz="quarter" idx="14"/>
          </p:nvPr>
        </p:nvSpPr>
        <p:spPr/>
        <p:txBody>
          <a:bodyPr/>
          <a:p>
            <a:pPr fontAlgn="auto"/>
            <a:endParaRPr lang="en-US" strike="noStrike" noProof="1" dirty="0"/>
          </a:p>
        </p:txBody>
      </p:sp>
      <p:sp>
        <p:nvSpPr>
          <p:cNvPr id="4" name="Slide Number Placeholder 3"/>
          <p:cNvSpPr>
            <a:spLocks noGrp="1"/>
          </p:cNvSpPr>
          <p:nvPr>
            <p:ph type="sldNum" sz="quarter" idx="15"/>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9" name="Rectangle 18"/>
          <p:cNvSpPr/>
          <p:nvPr userDrawn="1"/>
        </p:nvSpPr>
        <p:spPr>
          <a:xfrm>
            <a:off x="9355138" y="5364163"/>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dirty="0"/>
          </a:p>
        </p:txBody>
      </p:sp>
      <p:sp>
        <p:nvSpPr>
          <p:cNvPr id="21" name="Rectangle 20"/>
          <p:cNvSpPr/>
          <p:nvPr userDrawn="1"/>
        </p:nvSpPr>
        <p:spPr>
          <a:xfrm>
            <a:off x="6692900" y="1700213"/>
            <a:ext cx="319088" cy="319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dirty="0"/>
          </a:p>
        </p:txBody>
      </p:sp>
      <p:sp>
        <p:nvSpPr>
          <p:cNvPr id="23" name="Rectangle 22"/>
          <p:cNvSpPr/>
          <p:nvPr userDrawn="1"/>
        </p:nvSpPr>
        <p:spPr>
          <a:xfrm>
            <a:off x="9355138" y="5897563"/>
            <a:ext cx="179388" cy="1793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dirty="0"/>
          </a:p>
        </p:txBody>
      </p:sp>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fontAlgn="auto"/>
            <a:r>
              <a:rPr lang="en-US" strike="noStrike" noProof="1"/>
              <a:t>Click to edit Master text styles</a:t>
            </a:r>
            <a:endParaRPr lang="en-US" strike="noStrike" noProof="1"/>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pPr fontAlgn="auto"/>
            <a:r>
              <a:rPr lang="en-US" strike="noStrike" noProof="1"/>
              <a:t>Click icon to add picture</a:t>
            </a:r>
            <a:endParaRPr lang="en-US" strike="noStrike" noProof="1"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pPr fontAlgn="auto"/>
            <a:r>
              <a:rPr lang="en-US" strike="noStrike" noProof="1"/>
              <a:t>Click to edit Master title style</a:t>
            </a:r>
            <a:endParaRPr lang="en-US" strike="noStrike" noProof="1" dirty="0"/>
          </a:p>
        </p:txBody>
      </p:sp>
      <p:sp>
        <p:nvSpPr>
          <p:cNvPr id="3" name="Date Placeholder 2"/>
          <p:cNvSpPr>
            <a:spLocks noGrp="1"/>
          </p:cNvSpPr>
          <p:nvPr>
            <p:ph type="dt" sz="half" idx="14"/>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4" name="Footer Placeholder 3"/>
          <p:cNvSpPr>
            <a:spLocks noGrp="1"/>
          </p:cNvSpPr>
          <p:nvPr>
            <p:ph type="ftr" sz="quarter" idx="15"/>
          </p:nvPr>
        </p:nvSpPr>
        <p:spPr/>
        <p:txBody>
          <a:bodyPr/>
          <a:p>
            <a:pPr fontAlgn="auto"/>
            <a:endParaRPr lang="en-US" strike="noStrike" noProof="1" dirty="0"/>
          </a:p>
        </p:txBody>
      </p:sp>
      <p:sp>
        <p:nvSpPr>
          <p:cNvPr id="5" name="Slide Number Placeholder 4"/>
          <p:cNvSpPr>
            <a:spLocks noGrp="1"/>
          </p:cNvSpPr>
          <p:nvPr>
            <p:ph type="sldNum" sz="quarter" idx="16"/>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9" name="Hexagon 8"/>
          <p:cNvSpPr/>
          <p:nvPr userDrawn="1"/>
        </p:nvSpPr>
        <p:spPr>
          <a:xfrm>
            <a:off x="546100" y="3467100"/>
            <a:ext cx="458788" cy="395288"/>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dirty="0"/>
          </a:p>
        </p:txBody>
      </p:sp>
      <p:sp>
        <p:nvSpPr>
          <p:cNvPr id="10" name="Hexagon 9"/>
          <p:cNvSpPr/>
          <p:nvPr userDrawn="1"/>
        </p:nvSpPr>
        <p:spPr>
          <a:xfrm>
            <a:off x="11114088" y="2393950"/>
            <a:ext cx="357188" cy="309563"/>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dirty="0"/>
          </a:p>
        </p:txBody>
      </p:sp>
      <p:sp>
        <p:nvSpPr>
          <p:cNvPr id="11" name="Hexagon 10"/>
          <p:cNvSpPr/>
          <p:nvPr userDrawn="1"/>
        </p:nvSpPr>
        <p:spPr>
          <a:xfrm>
            <a:off x="10882313" y="2201863"/>
            <a:ext cx="231775" cy="198438"/>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dirty="0"/>
          </a:p>
        </p:txBody>
      </p:sp>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fontAlgn="auto"/>
            <a:r>
              <a:rPr lang="en-US" strike="noStrike" noProof="1"/>
              <a:t>Click icon to add picture</a:t>
            </a:r>
            <a:endParaRPr lang="en-US" strike="noStrike" noProof="1"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fontAlgn="auto"/>
            <a:r>
              <a:rPr lang="en-US" strike="noStrike" noProof="1"/>
              <a:t>Click icon to add picture</a:t>
            </a:r>
            <a:endParaRPr lang="en-US" strike="noStrike" noProof="1"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fontAlgn="auto"/>
            <a:r>
              <a:rPr lang="en-US" strike="noStrike" noProof="1"/>
              <a:t>Click icon to add picture</a:t>
            </a:r>
            <a:endParaRPr lang="en-US" strike="noStrike" noProof="1"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fontAlgn="auto"/>
            <a:r>
              <a:rPr lang="en-US" strike="noStrike" noProof="1"/>
              <a:t>Click icon to add picture</a:t>
            </a:r>
            <a:endParaRPr lang="en-US" strike="noStrike" noProof="1"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fontAlgn="auto"/>
            <a:r>
              <a:rPr lang="en-US" sz="4800" b="1" strike="noStrike" noProof="1">
                <a:solidFill>
                  <a:schemeClr val="tx1"/>
                </a:solidFill>
              </a:rPr>
              <a:t>Click to edit Master title style</a:t>
            </a:r>
            <a:endParaRPr lang="en-US" sz="4800" b="1" strike="noStrike" noProof="1" dirty="0">
              <a:solidFill>
                <a:schemeClr val="tx1"/>
              </a:solidFill>
            </a:endParaRPr>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fontAlgn="auto"/>
            <a:r>
              <a:rPr lang="en-US" strike="noStrike" noProof="1"/>
              <a:t>Click to edit Master text styles</a:t>
            </a:r>
            <a:endParaRPr lang="en-US" strike="noStrike" noProof="1"/>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fontAlgn="auto"/>
            <a:r>
              <a:rPr lang="en-US" strike="noStrike" noProof="1"/>
              <a:t>Click to edit Master text styles</a:t>
            </a:r>
            <a:endParaRPr lang="en-US" strike="noStrike" noProof="1"/>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fontAlgn="auto"/>
            <a:r>
              <a:rPr lang="en-US" strike="noStrike" noProof="1"/>
              <a:t>Click to edit Master text styles</a:t>
            </a:r>
            <a:endParaRPr lang="en-US" strike="noStrike" noProof="1"/>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fontAlgn="auto"/>
            <a:r>
              <a:rPr lang="en-US" strike="noStrike" noProof="1"/>
              <a:t>Click to edit Master text styles</a:t>
            </a:r>
            <a:endParaRPr lang="en-US" strike="noStrike" noProof="1"/>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fontAlgn="auto"/>
            <a:r>
              <a:rPr lang="en-US" strike="noStrike" noProof="1"/>
              <a:t>Click to edit Master text styles</a:t>
            </a:r>
            <a:endParaRPr lang="en-US" strike="noStrike" noProof="1"/>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fontAlgn="auto"/>
            <a:r>
              <a:rPr lang="en-US" strike="noStrike" noProof="1"/>
              <a:t>Click to edit Master text styles</a:t>
            </a:r>
            <a:endParaRPr lang="en-US" strike="noStrike" noProof="1"/>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fontAlgn="auto"/>
            <a:r>
              <a:rPr lang="en-US" strike="noStrike" noProof="1"/>
              <a:t>Click to edit Master text styles</a:t>
            </a:r>
            <a:endParaRPr lang="en-US" strike="noStrike" noProof="1"/>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fontAlgn="auto"/>
            <a:r>
              <a:rPr lang="en-US" strike="noStrike" noProof="1"/>
              <a:t>Click to edit Master text styles</a:t>
            </a:r>
            <a:endParaRPr lang="en-US" strike="noStrike" noProof="1"/>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fontAlgn="auto"/>
            <a:r>
              <a:rPr lang="en-US" strike="noStrike" noProof="1"/>
              <a:t>Click to edit Master text styles</a:t>
            </a:r>
            <a:endParaRPr lang="en-US" strike="noStrike" noProof="1"/>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fontAlgn="auto"/>
            <a:r>
              <a:rPr lang="en-US" strike="noStrike" noProof="1"/>
              <a:t>Click to edit Master text styles</a:t>
            </a:r>
            <a:endParaRPr lang="en-US" strike="noStrike" noProof="1"/>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fontAlgn="auto"/>
            <a:r>
              <a:rPr lang="en-US" strike="noStrike" noProof="1"/>
              <a:t>Click icon to add picture</a:t>
            </a:r>
            <a:endParaRPr lang="en-US" strike="noStrike" noProof="1" dirty="0"/>
          </a:p>
        </p:txBody>
      </p:sp>
      <p:sp>
        <p:nvSpPr>
          <p:cNvPr id="2" name="Date Placeholder 1"/>
          <p:cNvSpPr>
            <a:spLocks noGrp="1"/>
          </p:cNvSpPr>
          <p:nvPr>
            <p:ph type="dt" sz="half" idx="25"/>
          </p:nvPr>
        </p:nvSpPr>
        <p:spPr/>
        <p:txBody>
          <a:bodyPr/>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3" name="Footer Placeholder 2"/>
          <p:cNvSpPr>
            <a:spLocks noGrp="1"/>
          </p:cNvSpPr>
          <p:nvPr>
            <p:ph type="ftr" sz="quarter" idx="26"/>
          </p:nvPr>
        </p:nvSpPr>
        <p:spPr/>
        <p:txBody>
          <a:bodyPr/>
          <a:p>
            <a:pPr fontAlgn="auto"/>
            <a:endParaRPr lang="en-US" strike="noStrike" noProof="1" dirty="0"/>
          </a:p>
        </p:txBody>
      </p:sp>
      <p:sp>
        <p:nvSpPr>
          <p:cNvPr id="4" name="Slide Number Placeholder 3"/>
          <p:cNvSpPr>
            <a:spLocks noGrp="1"/>
          </p:cNvSpPr>
          <p:nvPr>
            <p:ph type="sldNum" sz="quarter" idx="27"/>
          </p:nvPr>
        </p:nvSpPr>
        <p:spPr/>
        <p:txBody>
          <a:bodyPr/>
          <a:p>
            <a:pPr fontAlgn="auto"/>
            <a:fld id="{D57F1E4F-1CFF-5643-939E-217C01CDF565}" type="slidenum">
              <a:rPr lang="en-US" strike="noStrike" noProof="1" smtClean="0">
                <a:latin typeface="+mn-lt"/>
                <a:ea typeface="+mn-ea"/>
                <a:cs typeface="+mn-cs"/>
              </a:rPr>
            </a:fld>
            <a:endParaRPr lang="en-US" strike="noStrike" noProof="1"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1" name=""/>
        <p:cNvGrpSpPr/>
        <p:nvPr/>
      </p:nvGrpSpPr>
      <p:grpSpPr>
        <a:xfrm>
          <a:off x="0" y="0"/>
          <a:ext cx="0" cy="0"/>
          <a:chOff x="0" y="0"/>
          <a:chExt cx="0" cy="0"/>
        </a:xfrm>
      </p:grpSpPr>
      <p:sp>
        <p:nvSpPr>
          <p:cNvPr id="2" name="Rectangle 1" descr="Tall office building looking up"/>
          <p:cNvSpPr/>
          <p:nvPr userDrawn="1"/>
        </p:nvSpPr>
        <p:spPr>
          <a:xfrm>
            <a:off x="3717925" y="1181100"/>
            <a:ext cx="4756150" cy="4495800"/>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dirty="0"/>
          </a:p>
        </p:txBody>
      </p:sp>
      <p:sp>
        <p:nvSpPr>
          <p:cNvPr id="22" name="Picture Placeholder 21"/>
          <p:cNvSpPr>
            <a:spLocks noGrp="1"/>
          </p:cNvSpPr>
          <p:nvPr>
            <p:ph type="pic" sz="quarter" idx="10"/>
          </p:nvPr>
        </p:nvSpPr>
        <p:spPr>
          <a:xfrm>
            <a:off x="0" y="0"/>
            <a:ext cx="12192000" cy="6858000"/>
          </a:xfrm>
          <a:prstGeom prst="rect">
            <a:avLst/>
          </a:prstGeom>
        </p:spPr>
        <p:txBody>
          <a:bodyPr/>
          <a:lstStyle/>
          <a:p>
            <a:pPr fontAlgn="auto"/>
            <a:r>
              <a:rPr lang="en-US" strike="noStrike" noProof="1"/>
              <a:t>Click icon to add picture</a:t>
            </a:r>
            <a:endParaRPr lang="en-US" strike="noStrike" noProof="1"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fontAlgn="auto"/>
            <a:r>
              <a:rPr lang="en-US" strike="noStrike" noProof="1" dirty="0"/>
              <a:t>Click to edit text</a:t>
            </a:r>
            <a:endParaRPr lang="en-US" strike="noStrike" noProof="1" dirty="0"/>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pPr fontAlgn="auto"/>
            <a:r>
              <a:rPr lang="en-US" strike="noStrike" noProof="1"/>
              <a:t>Click to edit Master title style</a:t>
            </a:r>
            <a:endParaRPr lang="en-US" strike="noStrike" noProof="1"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grpSp>
        <p:nvGrpSpPr>
          <p:cNvPr id="1026" name="Group 43"/>
          <p:cNvGrpSpPr/>
          <p:nvPr/>
        </p:nvGrpSpPr>
        <p:grpSpPr>
          <a:xfrm>
            <a:off x="0" y="-7937"/>
            <a:ext cx="12192000" cy="686593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37" name="Title Placeholder 1"/>
          <p:cNvSpPr>
            <a:spLocks noGrp="1"/>
          </p:cNvSpPr>
          <p:nvPr>
            <p:ph type="title"/>
          </p:nvPr>
        </p:nvSpPr>
        <p:spPr>
          <a:xfrm>
            <a:off x="677863" y="609600"/>
            <a:ext cx="8596312" cy="1320800"/>
          </a:xfrm>
          <a:prstGeom prst="rect">
            <a:avLst/>
          </a:prstGeom>
          <a:noFill/>
          <a:ln w="9525">
            <a:noFill/>
          </a:ln>
        </p:spPr>
        <p:txBody>
          <a:bodyPr vert="horz" lIns="91440" tIns="45720" rIns="91440" bIns="45720" anchor="t" anchorCtr="0"/>
          <a:p>
            <a:pPr lvl="0"/>
            <a:r>
              <a:rPr lang="en-US" altLang="zh-CN"/>
              <a:t>Click to edit Master title style</a:t>
            </a:r>
            <a:endParaRPr lang="en-US" altLang="zh-CN" dirty="0"/>
          </a:p>
        </p:txBody>
      </p:sp>
      <p:sp>
        <p:nvSpPr>
          <p:cNvPr id="1038" name="Text Placeholder 2"/>
          <p:cNvSpPr>
            <a:spLocks noGrp="1"/>
          </p:cNvSpPr>
          <p:nvPr>
            <p:ph type="body"/>
          </p:nvPr>
        </p:nvSpPr>
        <p:spPr>
          <a:xfrm>
            <a:off x="677863" y="2160588"/>
            <a:ext cx="8596312" cy="3881437"/>
          </a:xfrm>
          <a:prstGeom prst="rect">
            <a:avLst/>
          </a:prstGeom>
          <a:noFill/>
          <a:ln w="9525">
            <a:noFill/>
          </a:ln>
        </p:spPr>
        <p:txBody>
          <a:bodyPr vert="horz" lIns="91440" tIns="45720" rIns="91440" bIns="45720" anchor="t" anchorCtr="0"/>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dirty="0"/>
          </a:p>
        </p:txBody>
      </p:sp>
      <p:sp>
        <p:nvSpPr>
          <p:cNvPr id="4" name="Date Placeholder 3"/>
          <p:cNvSpPr>
            <a:spLocks noGrp="1"/>
          </p:cNvSpPr>
          <p:nvPr>
            <p:ph type="dt" sz="half" idx="2"/>
          </p:nvPr>
        </p:nvSpPr>
        <p:spPr>
          <a:xfrm>
            <a:off x="7205663" y="6042025"/>
            <a:ext cx="911225"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fontAlgn="auto"/>
            <a:fld id="{B61BEF0D-F0BB-DE4B-95CE-6DB70DBA9567}" type="datetimeFigureOut">
              <a:rPr lang="en-US" strike="noStrike" noProof="1" smtClean="0">
                <a:latin typeface="+mn-lt"/>
                <a:ea typeface="+mn-ea"/>
                <a:cs typeface="+mn-cs"/>
              </a:rPr>
            </a:fld>
            <a:endParaRPr lang="en-US" strike="noStrike" noProof="1" dirty="0"/>
          </a:p>
        </p:txBody>
      </p:sp>
      <p:sp>
        <p:nvSpPr>
          <p:cNvPr id="5" name="Footer Placeholder 4"/>
          <p:cNvSpPr>
            <a:spLocks noGrp="1"/>
          </p:cNvSpPr>
          <p:nvPr>
            <p:ph type="ftr" sz="quarter" idx="3"/>
          </p:nvPr>
        </p:nvSpPr>
        <p:spPr>
          <a:xfrm>
            <a:off x="677863" y="6042025"/>
            <a:ext cx="629761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fontAlgn="auto"/>
            <a:endParaRPr lang="en-US" strike="noStrike" noProof="1" dirty="0"/>
          </a:p>
        </p:txBody>
      </p:sp>
      <p:sp>
        <p:nvSpPr>
          <p:cNvPr id="6" name="Slide Number Placeholder 5"/>
          <p:cNvSpPr>
            <a:spLocks noGrp="1"/>
          </p:cNvSpPr>
          <p:nvPr>
            <p:ph type="sldNum" sz="quarter" idx="4"/>
          </p:nvPr>
        </p:nvSpPr>
        <p:spPr>
          <a:xfrm>
            <a:off x="8589963" y="6042025"/>
            <a:ext cx="684213" cy="365125"/>
          </a:xfrm>
          <a:prstGeom prst="rect">
            <a:avLst/>
          </a:prstGeom>
        </p:spPr>
        <p:txBody>
          <a:bodyPr vert="horz" lIns="91440" tIns="45720" rIns="91440" bIns="45720" rtlCol="0" anchor="ctr"/>
          <a:lstStyle>
            <a:lvl1pPr algn="r">
              <a:defRPr sz="900">
                <a:solidFill>
                  <a:schemeClr val="accent1"/>
                </a:solidFill>
              </a:defRPr>
            </a:lvl1pPr>
          </a:lstStyle>
          <a:p>
            <a:pPr fontAlgn="auto"/>
            <a:fld id="{D57F1E4F-1CFF-5643-939E-217C01CDF565}" type="slidenum">
              <a:rPr lang="en-US" strike="noStrike" noProof="1" smtClean="0">
                <a:latin typeface="+mn-lt"/>
                <a:ea typeface="+mn-ea"/>
                <a:cs typeface="+mn-cs"/>
              </a:rPr>
            </a:fld>
            <a:endParaRPr lang="en-US" strike="noStrike" noProof="1" dirty="0"/>
          </a:p>
        </p:txBody>
      </p:sp>
      <p:sp>
        <p:nvSpPr>
          <p:cNvPr id="1042" name="Date Placeholder 3"/>
          <p:cNvSpPr txBox="1"/>
          <p:nvPr userDrawn="1"/>
        </p:nvSpPr>
        <p:spPr>
          <a:xfrm>
            <a:off x="660400" y="6378575"/>
            <a:ext cx="2743200" cy="365125"/>
          </a:xfrm>
          <a:prstGeom prst="rect">
            <a:avLst/>
          </a:prstGeom>
          <a:noFill/>
          <a:ln w="9525">
            <a:noFill/>
          </a:ln>
        </p:spPr>
        <p:txBody>
          <a:bodyPr anchor="ctr" anchorCtr="0"/>
          <a:p>
            <a:pPr lvl="0" defTabSz="914400"/>
            <a:fld id="{BB962C8B-B14F-4D97-AF65-F5344CB8AC3E}" type="datetime1">
              <a:rPr lang="en-US" altLang="zh-CN" sz="1100">
                <a:solidFill>
                  <a:schemeClr val="accent2"/>
                </a:solidFill>
                <a:latin typeface="Trebuchet MS" panose="020B0603020202020204" charset="0"/>
              </a:rPr>
            </a:fld>
            <a:endParaRPr lang="en-US" altLang="zh-CN" sz="1100" dirty="0">
              <a:solidFill>
                <a:schemeClr val="accent2"/>
              </a:solidFill>
              <a:latin typeface="Trebuchet MS" panose="020B0603020202020204" charset="0"/>
            </a:endParaRPr>
          </a:p>
        </p:txBody>
      </p:sp>
      <p:sp>
        <p:nvSpPr>
          <p:cNvPr id="1043" name="Footer Placeholder 4"/>
          <p:cNvSpPr txBox="1"/>
          <p:nvPr userDrawn="1"/>
        </p:nvSpPr>
        <p:spPr>
          <a:xfrm>
            <a:off x="1446213" y="6378575"/>
            <a:ext cx="4114800" cy="365125"/>
          </a:xfrm>
          <a:prstGeom prst="rect">
            <a:avLst/>
          </a:prstGeom>
          <a:noFill/>
          <a:ln w="9525">
            <a:noFill/>
          </a:ln>
        </p:spPr>
        <p:txBody>
          <a:bodyPr anchor="ctr" anchorCtr="0"/>
          <a:p>
            <a:pPr lvl="0" defTabSz="914400"/>
            <a:r>
              <a:rPr lang="en-US" altLang="zh-CN" sz="1100" b="1" dirty="0">
                <a:solidFill>
                  <a:schemeClr val="accent2"/>
                </a:solidFill>
                <a:latin typeface="Trebuchet MS" panose="020B0603020202020204" charset="0"/>
              </a:rPr>
              <a:t>Annual Review</a:t>
            </a:r>
            <a:endParaRPr lang="en-US" altLang="zh-CN" sz="1100" b="1" dirty="0">
              <a:solidFill>
                <a:schemeClr val="accent2"/>
              </a:solidFill>
              <a:latin typeface="Trebuchet MS" panose="020B0603020202020204" charset="0"/>
            </a:endParaRPr>
          </a:p>
        </p:txBody>
      </p:sp>
      <p:sp>
        <p:nvSpPr>
          <p:cNvPr id="30" name="Slide Number Placeholder 5"/>
          <p:cNvSpPr txBox="1"/>
          <p:nvPr userDrawn="1"/>
        </p:nvSpPr>
        <p:spPr>
          <a:xfrm>
            <a:off x="8805863" y="6378575"/>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fld id="{2C18C1E5-FB55-42F5-BD6D-9CC153FCDBE6}" type="slidenum">
              <a:rPr lang="en-US" sz="1100" strike="noStrike" noProof="1" smtClean="0">
                <a:solidFill>
                  <a:schemeClr val="accent4"/>
                </a:solidFill>
                <a:latin typeface="+mn-lt"/>
                <a:ea typeface="+mn-ea"/>
                <a:cs typeface="+mn-cs"/>
              </a:rPr>
            </a:fld>
            <a:endParaRPr lang="en-US" sz="1100" strike="noStrike" noProof="1"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9.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sz="quarter" idx="11"/>
          </p:nvPr>
        </p:nvSpPr>
        <p:spPr>
          <a:xfrm>
            <a:off x="676275" y="3584575"/>
            <a:ext cx="8397875" cy="860425"/>
          </a:xfrm>
        </p:spPr>
        <p:txBody>
          <a:bodyPr vert="horz" lIns="91440" tIns="45720" rIns="91440" bIns="45720" rtlCol="0" anchor="t">
            <a:normAutofit fontScale="25000"/>
          </a:bodyPr>
          <a:lstStyle/>
          <a:p>
            <a:pPr marL="0" marR="0" indent="0" algn="l" defTabSz="457200" rtl="0" eaLnBrk="1" fontAlgn="auto" latinLnBrk="0" hangingPunct="1">
              <a:lnSpc>
                <a:spcPct val="100000"/>
              </a:lnSpc>
              <a:spcBef>
                <a:spcPts val="1000"/>
              </a:spcBef>
              <a:spcAft>
                <a:spcPts val="0"/>
              </a:spcAft>
              <a:buClr>
                <a:schemeClr val="accent1"/>
              </a:buClr>
              <a:buSzPct val="80000"/>
              <a:buFont typeface="Wingdings 3" panose="05040102010807070707" charset="2"/>
              <a:buNone/>
            </a:pPr>
            <a:r>
              <a:rPr kumimoji="0" lang="en-US" sz="6665" b="1" i="0" u="none" strike="noStrike" kern="1200" cap="none" spc="0" normalizeH="0" baseline="0" noProof="1" dirty="0">
                <a:solidFill>
                  <a:schemeClr val="tx1"/>
                </a:solidFill>
                <a:latin typeface="+mj-lt"/>
                <a:ea typeface="+mn-ea"/>
                <a:cs typeface="+mn-cs"/>
              </a:rPr>
              <a:t>STUDENT NAME - SRIJEETA DUTTA </a:t>
            </a:r>
            <a:endParaRPr kumimoji="0" lang="en-IN" sz="6665" b="1" i="0" u="none" strike="noStrike" kern="1200" cap="none" spc="0" normalizeH="0" baseline="0" noProof="1" dirty="0">
              <a:solidFill>
                <a:schemeClr val="tx1"/>
              </a:solidFill>
              <a:latin typeface="+mj-lt"/>
              <a:ea typeface="+mn-ea"/>
              <a:cs typeface="+mn-cs"/>
            </a:endParaRPr>
          </a:p>
          <a:p>
            <a:pPr marL="0" marR="0" indent="0" algn="l" defTabSz="457200" rtl="0" eaLnBrk="1" fontAlgn="auto" latinLnBrk="0" hangingPunct="1">
              <a:lnSpc>
                <a:spcPct val="100000"/>
              </a:lnSpc>
              <a:spcBef>
                <a:spcPts val="1000"/>
              </a:spcBef>
              <a:spcAft>
                <a:spcPts val="0"/>
              </a:spcAft>
              <a:buClr>
                <a:schemeClr val="accent1"/>
              </a:buClr>
              <a:buSzPct val="80000"/>
              <a:buFont typeface="Wingdings 3" panose="05040102010807070707" charset="2"/>
              <a:buNone/>
            </a:pPr>
            <a:r>
              <a:rPr kumimoji="0" lang="en-US" sz="6665" b="1" i="0" u="none" strike="noStrike" kern="1200" cap="none" spc="0" normalizeH="0" baseline="0" noProof="1" dirty="0">
                <a:solidFill>
                  <a:schemeClr val="tx1"/>
                </a:solidFill>
                <a:latin typeface="+mj-lt"/>
                <a:ea typeface="+mn-ea"/>
                <a:cs typeface="+mn-cs"/>
              </a:rPr>
              <a:t>COLLEGE NAME - INSTITUTE OF ENGINEERING AND MANAGEMENT , KOLKATA</a:t>
            </a:r>
            <a:r>
              <a:rPr kumimoji="0" lang="en-US" sz="2000" b="0" i="0" u="none" strike="noStrike" kern="1200" cap="none" spc="0" normalizeH="0" baseline="0" noProof="1" dirty="0">
                <a:solidFill>
                  <a:schemeClr val="tx1"/>
                </a:solidFill>
                <a:latin typeface="+mj-lt"/>
                <a:ea typeface="+mn-ea"/>
                <a:cs typeface="+mn-cs"/>
              </a:rPr>
              <a:t> </a:t>
            </a:r>
            <a:endParaRPr kumimoji="0" lang="en-IN" sz="2000" b="0" i="0" u="none" strike="noStrike" kern="1200" cap="none" spc="0" normalizeH="0" baseline="0" noProof="1" dirty="0">
              <a:solidFill>
                <a:schemeClr val="tx1"/>
              </a:solidFill>
              <a:latin typeface="+mj-lt"/>
              <a:ea typeface="+mn-ea"/>
              <a:cs typeface="+mn-cs"/>
            </a:endParaRPr>
          </a:p>
        </p:txBody>
      </p:sp>
      <p:sp>
        <p:nvSpPr>
          <p:cNvPr id="4" name="Title 3"/>
          <p:cNvSpPr>
            <a:spLocks noGrp="1"/>
          </p:cNvSpPr>
          <p:nvPr>
            <p:ph type="title"/>
          </p:nvPr>
        </p:nvSpPr>
        <p:spPr>
          <a:xfrm>
            <a:off x="677863" y="2844800"/>
            <a:ext cx="10174288" cy="742950"/>
          </a:xfrm>
        </p:spPr>
        <p:txBody>
          <a:bodyPr>
            <a:normAutofit fontScale="90000"/>
          </a:bodyPr>
          <a:lstStyle/>
          <a:p>
            <a:pPr marL="0" marR="0" indent="0" algn="l" defTabSz="457200" rtl="0" eaLnBrk="1" fontAlgn="auto" latinLnBrk="0" hangingPunct="1">
              <a:lnSpc>
                <a:spcPct val="100000"/>
              </a:lnSpc>
              <a:spcBef>
                <a:spcPct val="0"/>
              </a:spcBef>
              <a:spcAft>
                <a:spcPct val="0"/>
              </a:spcAft>
              <a:buClrTx/>
              <a:buSzTx/>
              <a:buFontTx/>
              <a:buNone/>
            </a:pPr>
            <a:r>
              <a:rPr kumimoji="0" lang="en-GB" sz="3200" b="0" i="0" u="none" strike="noStrike" kern="1200" cap="none" spc="0" normalizeH="0" baseline="0" noProof="1" dirty="0">
                <a:solidFill>
                  <a:schemeClr val="tx1"/>
                </a:solidFill>
                <a:latin typeface="+mn-lt"/>
                <a:ea typeface="+mj-ea"/>
                <a:cs typeface="+mj-cs"/>
              </a:rPr>
              <a:t>Project Title -</a:t>
            </a:r>
            <a:r>
              <a:rPr kumimoji="0" lang="en-US" altLang="en-GB" sz="3200" b="0" i="0" u="none" strike="noStrike" kern="1200" cap="none" spc="0" normalizeH="0" baseline="0" noProof="1" dirty="0">
                <a:solidFill>
                  <a:schemeClr val="tx1"/>
                </a:solidFill>
                <a:latin typeface="+mn-lt"/>
                <a:ea typeface="+mj-ea"/>
                <a:cs typeface="+mj-cs"/>
              </a:rPr>
              <a:t> </a:t>
            </a:r>
            <a:r>
              <a:rPr kumimoji="0" lang="en-US" altLang="en-US" sz="3200" b="0" i="0" u="none" strike="noStrike" kern="1200" cap="none" spc="0" normalizeH="0" baseline="0" noProof="1" dirty="0">
                <a:solidFill>
                  <a:schemeClr val="tx1"/>
                </a:solidFill>
                <a:latin typeface="+mn-lt"/>
                <a:ea typeface="+mj-ea"/>
                <a:cs typeface="+mj-cs"/>
              </a:rPr>
              <a:t>Seasonal Agriculture Performance Analysis</a:t>
            </a:r>
            <a:endParaRPr kumimoji="0" lang="en-US" altLang="en-US" sz="3200" b="0" i="0" u="none" strike="noStrike" kern="1200" cap="none" spc="0" normalizeH="0" baseline="0" noProof="1" dirty="0">
              <a:solidFill>
                <a:schemeClr val="tx1"/>
              </a:solidFill>
              <a:latin typeface="+mn-lt"/>
              <a:ea typeface="+mj-ea"/>
              <a:cs typeface="+mj-cs"/>
            </a:endParaRPr>
          </a:p>
        </p:txBody>
      </p:sp>
      <p:sp>
        <p:nvSpPr>
          <p:cNvPr id="15" name="Text Placeholder 1"/>
          <p:cNvSpPr txBox="1"/>
          <p:nvPr/>
        </p:nvSpPr>
        <p:spPr>
          <a:xfrm>
            <a:off x="6400800" y="2794000"/>
            <a:ext cx="3311525" cy="862013"/>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fontAlgn="auto"/>
            <a:endParaRPr lang="en-GB" sz="2400" strike="noStrike" noProof="1" dirty="0"/>
          </a:p>
        </p:txBody>
      </p:sp>
      <p:pic>
        <p:nvPicPr>
          <p:cNvPr id="12292" name="Picture 5"/>
          <p:cNvPicPr>
            <a:picLocks noChangeAspect="1"/>
          </p:cNvPicPr>
          <p:nvPr/>
        </p:nvPicPr>
        <p:blipFill>
          <a:blip r:embed="rId1"/>
          <a:srcRect t="96181"/>
          <a:stretch>
            <a:fillRect/>
          </a:stretch>
        </p:blipFill>
        <p:spPr>
          <a:xfrm>
            <a:off x="676275" y="6472238"/>
            <a:ext cx="2143125" cy="192087"/>
          </a:xfrm>
          <a:prstGeom prst="rect">
            <a:avLst/>
          </a:prstGeom>
          <a:noFill/>
          <a:ln w="9525">
            <a:noFill/>
          </a:ln>
        </p:spPr>
      </p:pic>
      <p:sp>
        <p:nvSpPr>
          <p:cNvPr id="12293" name="TextBox 2"/>
          <p:cNvSpPr txBox="1"/>
          <p:nvPr/>
        </p:nvSpPr>
        <p:spPr>
          <a:xfrm>
            <a:off x="678180" y="4568825"/>
            <a:ext cx="7201535" cy="922020"/>
          </a:xfrm>
          <a:prstGeom prst="rect">
            <a:avLst/>
          </a:prstGeom>
          <a:noFill/>
          <a:ln w="9525">
            <a:noFill/>
          </a:ln>
        </p:spPr>
        <p:txBody>
          <a:bodyPr wrap="square" anchor="t" anchorCtr="0">
            <a:spAutoFit/>
          </a:bodyPr>
          <a:p>
            <a:r>
              <a:rPr lang="en-US" altLang="zh-CN" b="1" dirty="0">
                <a:latin typeface="Trebuchet MS" panose="020B0603020202020204" charset="0"/>
              </a:rPr>
              <a:t>AICTE STU ID : </a:t>
            </a:r>
            <a:r>
              <a:rPr lang="en-US" altLang="en-US" b="1" dirty="0">
                <a:latin typeface="Trebuchet MS" panose="020B0603020202020204" charset="0"/>
              </a:rPr>
              <a:t>STU6877ddd899afa1752686040</a:t>
            </a:r>
            <a:endParaRPr lang="en-US" altLang="en-US" b="1" dirty="0">
              <a:latin typeface="Trebuchet MS" panose="020B0603020202020204" charset="0"/>
            </a:endParaRPr>
          </a:p>
          <a:p>
            <a:r>
              <a:rPr lang="en-IN" altLang="en-US" b="1">
                <a:solidFill>
                  <a:schemeClr val="tx1"/>
                </a:solidFill>
                <a:sym typeface="+mn-ea"/>
              </a:rPr>
              <a:t>INTERNSHIP ID : </a:t>
            </a:r>
            <a:r>
              <a:rPr lang="en-US" altLang="en-US" b="1">
                <a:solidFill>
                  <a:schemeClr val="tx1"/>
                </a:solidFill>
                <a:sym typeface="+mn-ea"/>
              </a:rPr>
              <a:t> INTERNSHIP_17830691666a4779eecfe8a</a:t>
            </a:r>
            <a:r>
              <a:rPr lang="en-US" altLang="en-US">
                <a:solidFill>
                  <a:schemeClr val="tx1"/>
                </a:solidFill>
                <a:sym typeface="+mn-ea"/>
              </a:rPr>
              <a:t> </a:t>
            </a:r>
            <a:endParaRPr lang="en-US" altLang="en-US">
              <a:solidFill>
                <a:schemeClr val="tx1"/>
              </a:solidFill>
              <a:latin typeface="Trebuchet MS" panose="020B0603020202020204" charset="0"/>
              <a:sym typeface="+mn-ea"/>
            </a:endParaRPr>
          </a:p>
          <a:p>
            <a:endParaRPr lang="en-US" altLang="en-US" b="1" dirty="0">
              <a:solidFill>
                <a:schemeClr val="tx1"/>
              </a:solidFill>
              <a:latin typeface="Trebuchet MS" panose="020B060302020202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00000"/>
                                          </p:val>
                                        </p:tav>
                                        <p:tav tm="100000">
                                          <p:val>
                                            <p:fltVal val="1.000000"/>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000000"/>
                                          </p:val>
                                        </p:tav>
                                        <p:tav tm="100000">
                                          <p:val>
                                            <p:fltVal val="1.000000"/>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000000"/>
                                          </p:val>
                                        </p:tav>
                                        <p:tav tm="100000">
                                          <p:val>
                                            <p:fltVal val="1.000000"/>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000000"/>
                                          </p:val>
                                        </p:tav>
                                        <p:tav tm="100000">
                                          <p:val>
                                            <p:fltVal val="1.000000"/>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000000"/>
                                          </p:val>
                                        </p:tav>
                                        <p:tav tm="100000">
                                          <p:val>
                                            <p:strVal val="#ppt_w"/>
                                          </p:val>
                                        </p:tav>
                                      </p:tavLst>
                                    </p:anim>
                                    <p:anim calcmode="lin" valueType="num">
                                      <p:cBhvr>
                                        <p:cTn id="26" dur="500" fill="hold"/>
                                        <p:tgtEl>
                                          <p:spTgt spid="15"/>
                                        </p:tgtEl>
                                        <p:attrNameLst>
                                          <p:attrName>ppt_h</p:attrName>
                                        </p:attrNameLst>
                                      </p:cBhvr>
                                      <p:tavLst>
                                        <p:tav tm="0">
                                          <p:val>
                                            <p:fltVal val="0.00000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charRg st="0" end="31"/>
                                            </p:txEl>
                                          </p:spTgt>
                                        </p:tgtEl>
                                        <p:attrNameLst>
                                          <p:attrName>style.visibility</p:attrName>
                                        </p:attrNameLst>
                                      </p:cBhvr>
                                      <p:to>
                                        <p:strVal val="visible"/>
                                      </p:to>
                                    </p:set>
                                    <p:animEffect transition="in" filter="randombar(horizontal)">
                                      <p:cBhvr>
                                        <p:cTn id="32" dur="500"/>
                                        <p:tgtEl>
                                          <p:spTgt spid="2">
                                            <p:txEl>
                                              <p:charRg st="0" end="3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charRg st="31" end="97"/>
                                            </p:txEl>
                                          </p:spTgt>
                                        </p:tgtEl>
                                        <p:attrNameLst>
                                          <p:attrName>style.visibility</p:attrName>
                                        </p:attrNameLst>
                                      </p:cBhvr>
                                      <p:to>
                                        <p:strVal val="visible"/>
                                      </p:to>
                                    </p:set>
                                    <p:animEffect transition="in" filter="randombar(horizontal)">
                                      <p:cBhvr>
                                        <p:cTn id="37" dur="500"/>
                                        <p:tgtEl>
                                          <p:spTgt spid="2">
                                            <p:txEl>
                                              <p:charRg st="31" end="9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sz="quarter" idx="12"/>
          </p:nvPr>
        </p:nvSpPr>
        <p:spPr>
          <a:xfrm>
            <a:off x="847725" y="1477963"/>
            <a:ext cx="7226300" cy="3608388"/>
          </a:xfrm>
        </p:spPr>
        <p:txBody>
          <a:bodyPr vert="horz" lIns="91440" tIns="45720" rIns="91440" bIns="45720" rtlCol="0" anchor="t">
            <a:noAutofit/>
          </a:bodyPr>
          <a:lstStyle/>
          <a:p>
            <a:pPr marL="0" marR="0" indent="0" algn="l" defTabSz="457200" rtl="0" eaLnBrk="1" fontAlgn="auto" latinLnBrk="0" hangingPunct="1">
              <a:lnSpc>
                <a:spcPct val="100000"/>
              </a:lnSpc>
              <a:spcBef>
                <a:spcPts val="1000"/>
              </a:spcBef>
              <a:spcAft>
                <a:spcPts val="0"/>
              </a:spcAft>
              <a:buClr>
                <a:schemeClr val="accent4"/>
              </a:buClr>
              <a:buSzPct val="80000"/>
              <a:buFont typeface="Wingdings" panose="05000000000000000000" pitchFamily="2" charset="2"/>
              <a:buNone/>
            </a:pPr>
            <a:r>
              <a:rPr kumimoji="0" lang="en-US" altLang="en-US" sz="1800" b="1" i="0" u="none" strike="noStrike" kern="1200" cap="none" spc="0" normalizeH="0" baseline="0" noProof="1" dirty="0">
                <a:solidFill>
                  <a:schemeClr val="tx1">
                    <a:lumMod val="75000"/>
                    <a:lumOff val="25000"/>
                  </a:schemeClr>
                </a:solidFill>
                <a:latin typeface="+mn-lt"/>
                <a:ea typeface="+mn-ea"/>
                <a:cs typeface="+mn-cs"/>
              </a:rPr>
              <a:t>Agricultural activities are influenced by seasonal variations in environmental conditions, farming practices, resource availability and market conditions. As a result, agricultural performance may differ from one season to another. </a:t>
            </a:r>
            <a:endParaRPr kumimoji="0" lang="en-US" altLang="en-US" sz="1800" b="1" i="0" u="none" strike="noStrike" kern="1200" cap="none" spc="0" normalizeH="0" baseline="0" noProof="1" dirty="0">
              <a:solidFill>
                <a:schemeClr val="tx1">
                  <a:lumMod val="75000"/>
                  <a:lumOff val="25000"/>
                </a:schemeClr>
              </a:solidFill>
              <a:latin typeface="+mn-lt"/>
              <a:ea typeface="+mn-ea"/>
              <a:cs typeface="+mn-cs"/>
            </a:endParaRPr>
          </a:p>
          <a:p>
            <a:pPr marL="0" marR="0" indent="0" algn="l" defTabSz="457200" rtl="0" eaLnBrk="1" fontAlgn="auto" latinLnBrk="0" hangingPunct="1">
              <a:lnSpc>
                <a:spcPct val="100000"/>
              </a:lnSpc>
              <a:spcBef>
                <a:spcPts val="1000"/>
              </a:spcBef>
              <a:spcAft>
                <a:spcPts val="0"/>
              </a:spcAft>
              <a:buClr>
                <a:schemeClr val="accent4"/>
              </a:buClr>
              <a:buSzPct val="80000"/>
              <a:buFont typeface="Wingdings" panose="05000000000000000000" pitchFamily="2" charset="2"/>
              <a:buNone/>
            </a:pPr>
            <a:endParaRPr kumimoji="0" lang="en-US" altLang="en-US" sz="1800" b="1" i="0" u="none" strike="noStrike" kern="1200" cap="none" spc="0" normalizeH="0" baseline="0" noProof="1" dirty="0">
              <a:solidFill>
                <a:schemeClr val="tx1">
                  <a:lumMod val="75000"/>
                  <a:lumOff val="25000"/>
                </a:schemeClr>
              </a:solidFill>
              <a:latin typeface="+mn-lt"/>
              <a:ea typeface="+mn-ea"/>
              <a:cs typeface="+mn-cs"/>
            </a:endParaRPr>
          </a:p>
          <a:p>
            <a:pPr marL="0" marR="0" indent="0" algn="l" defTabSz="457200" rtl="0" eaLnBrk="1" fontAlgn="auto" latinLnBrk="0" hangingPunct="1">
              <a:lnSpc>
                <a:spcPct val="100000"/>
              </a:lnSpc>
              <a:spcBef>
                <a:spcPts val="1000"/>
              </a:spcBef>
              <a:spcAft>
                <a:spcPts val="0"/>
              </a:spcAft>
              <a:buClr>
                <a:schemeClr val="accent4"/>
              </a:buClr>
              <a:buSzPct val="80000"/>
              <a:buFont typeface="Wingdings" panose="05000000000000000000" pitchFamily="2" charset="2"/>
              <a:buNone/>
            </a:pPr>
            <a:r>
              <a:rPr kumimoji="0" lang="en-US" altLang="en-US" sz="1800" b="1" i="0" u="none" strike="noStrike" kern="1200" cap="none" spc="0" normalizeH="0" baseline="0" noProof="1" dirty="0">
                <a:solidFill>
                  <a:schemeClr val="tx1">
                    <a:lumMod val="75000"/>
                    <a:lumOff val="25000"/>
                  </a:schemeClr>
                </a:solidFill>
                <a:latin typeface="+mn-lt"/>
                <a:ea typeface="+mn-ea"/>
                <a:cs typeface="+mn-cs"/>
              </a:rPr>
              <a:t>However, raw agricultural data does not clearly explain how agricultural performance changes across seasons or what patterns can be observed in different seasonal conditions. </a:t>
            </a:r>
            <a:endParaRPr kumimoji="0" lang="en-US" altLang="en-US" sz="1800" b="1" i="0" u="none" strike="noStrike" kern="1200" cap="none" spc="0" normalizeH="0" baseline="0" noProof="1" dirty="0">
              <a:solidFill>
                <a:schemeClr val="tx1">
                  <a:lumMod val="75000"/>
                  <a:lumOff val="25000"/>
                </a:schemeClr>
              </a:solidFill>
              <a:latin typeface="+mn-lt"/>
              <a:ea typeface="+mn-ea"/>
              <a:cs typeface="+mn-cs"/>
            </a:endParaRPr>
          </a:p>
          <a:p>
            <a:pPr marL="0" marR="0" indent="0" algn="l" defTabSz="457200" rtl="0" eaLnBrk="1" fontAlgn="auto" latinLnBrk="0" hangingPunct="1">
              <a:lnSpc>
                <a:spcPct val="100000"/>
              </a:lnSpc>
              <a:spcBef>
                <a:spcPts val="1000"/>
              </a:spcBef>
              <a:spcAft>
                <a:spcPts val="0"/>
              </a:spcAft>
              <a:buClr>
                <a:schemeClr val="accent4"/>
              </a:buClr>
              <a:buSzPct val="80000"/>
              <a:buFont typeface="Wingdings" panose="05000000000000000000" pitchFamily="2" charset="2"/>
              <a:buNone/>
            </a:pPr>
            <a:endParaRPr kumimoji="0" lang="en-US" altLang="en-US" sz="1800" b="1" i="0" u="none" strike="noStrike" kern="1200" cap="none" spc="0" normalizeH="0" baseline="0" noProof="1" dirty="0">
              <a:solidFill>
                <a:schemeClr val="tx1">
                  <a:lumMod val="75000"/>
                  <a:lumOff val="25000"/>
                </a:schemeClr>
              </a:solidFill>
              <a:latin typeface="+mn-lt"/>
              <a:ea typeface="+mn-ea"/>
              <a:cs typeface="+mn-cs"/>
            </a:endParaRPr>
          </a:p>
          <a:p>
            <a:pPr marL="0" marR="0" indent="0" algn="l" defTabSz="457200" rtl="0" eaLnBrk="1" fontAlgn="auto" latinLnBrk="0" hangingPunct="1">
              <a:lnSpc>
                <a:spcPct val="100000"/>
              </a:lnSpc>
              <a:spcBef>
                <a:spcPts val="1000"/>
              </a:spcBef>
              <a:spcAft>
                <a:spcPts val="0"/>
              </a:spcAft>
              <a:buClr>
                <a:schemeClr val="accent4"/>
              </a:buClr>
              <a:buSzPct val="80000"/>
              <a:buFont typeface="Wingdings" panose="05000000000000000000" pitchFamily="2" charset="2"/>
              <a:buNone/>
            </a:pPr>
            <a:r>
              <a:rPr kumimoji="0" lang="en-US" altLang="en-US" sz="1800" b="1" i="0" u="none" strike="noStrike" kern="1200" cap="none" spc="0" normalizeH="0" baseline="0" noProof="1" dirty="0">
                <a:solidFill>
                  <a:schemeClr val="tx1">
                    <a:lumMod val="75000"/>
                    <a:lumOff val="25000"/>
                  </a:schemeClr>
                </a:solidFill>
                <a:latin typeface="+mn-lt"/>
                <a:ea typeface="+mn-ea"/>
                <a:cs typeface="+mn-cs"/>
              </a:rPr>
              <a:t>The problem is to analyze the given agricultural dataset and investigate seasonal differences in agricultural performance by identifying meaningful patterns, trends, relationships and variations within the available data.</a:t>
            </a:r>
            <a:endParaRPr kumimoji="0" lang="en-US" altLang="en-US" sz="1800" b="1" i="0" u="none" strike="noStrike" kern="1200" cap="none" spc="0" normalizeH="0" baseline="0" noProof="1" dirty="0">
              <a:solidFill>
                <a:schemeClr val="tx1">
                  <a:lumMod val="75000"/>
                  <a:lumOff val="25000"/>
                </a:schemeClr>
              </a:solidFill>
              <a:latin typeface="+mn-lt"/>
              <a:ea typeface="+mn-ea"/>
              <a:cs typeface="+mn-cs"/>
            </a:endParaRPr>
          </a:p>
        </p:txBody>
      </p:sp>
      <p:sp>
        <p:nvSpPr>
          <p:cNvPr id="4" name="Title 3"/>
          <p:cNvSpPr>
            <a:spLocks noGrp="1"/>
          </p:cNvSpPr>
          <p:nvPr>
            <p:ph type="title"/>
          </p:nvPr>
        </p:nvSpPr>
        <p:spPr>
          <a:xfrm>
            <a:off x="754063" y="550863"/>
            <a:ext cx="6996113" cy="788988"/>
          </a:xfrm>
        </p:spPr>
        <p:txBody>
          <a:bodyPr>
            <a:normAutofit fontScale="90000"/>
          </a:bodyPr>
          <a:lstStyle/>
          <a:p>
            <a:pPr marL="0" marR="0" indent="0" algn="l" defTabSz="457200" rtl="0" eaLnBrk="1" fontAlgn="auto" latinLnBrk="0" hangingPunct="1">
              <a:lnSpc>
                <a:spcPct val="100000"/>
              </a:lnSpc>
              <a:spcBef>
                <a:spcPct val="0"/>
              </a:spcBef>
              <a:spcAft>
                <a:spcPct val="0"/>
              </a:spcAft>
              <a:buClrTx/>
              <a:buSzTx/>
              <a:buFontTx/>
              <a:buNone/>
            </a:pPr>
            <a:r>
              <a:rPr kumimoji="0" lang="en-US" sz="4800" b="1" i="0" u="none" strike="noStrike" kern="1200" cap="none" spc="0" normalizeH="0" baseline="0" noProof="1" dirty="0">
                <a:solidFill>
                  <a:schemeClr val="tx1"/>
                </a:solidFill>
                <a:latin typeface="+mj-lt"/>
                <a:ea typeface="+mj-ea"/>
                <a:cs typeface="+mj-cs"/>
              </a:rPr>
              <a:t>PROBLEM  STATEMENT</a:t>
            </a:r>
            <a:endParaRPr kumimoji="0" lang="en-IN" sz="4800" b="1" i="0" u="none" strike="noStrike" kern="1200" cap="none" spc="0" normalizeH="0" baseline="0" noProof="1" dirty="0">
              <a:solidFill>
                <a:schemeClr val="tx1"/>
              </a:solidFill>
              <a:latin typeface="+mj-lt"/>
              <a:ea typeface="+mj-ea"/>
              <a:cs typeface="+mj-cs"/>
            </a:endParaRPr>
          </a:p>
        </p:txBody>
      </p:sp>
      <p:pic>
        <p:nvPicPr>
          <p:cNvPr id="13315" name="Picture 4"/>
          <p:cNvPicPr>
            <a:picLocks noChangeAspect="1"/>
          </p:cNvPicPr>
          <p:nvPr/>
        </p:nvPicPr>
        <p:blipFill>
          <a:blip r:embed="rId1"/>
          <a:stretch>
            <a:fillRect/>
          </a:stretch>
        </p:blipFill>
        <p:spPr>
          <a:xfrm>
            <a:off x="7996238" y="2930525"/>
            <a:ext cx="2760662" cy="3265488"/>
          </a:xfrm>
          <a:prstGeom prst="rect">
            <a:avLst/>
          </a:prstGeom>
          <a:noFill/>
          <a:ln w="9525">
            <a:noFill/>
          </a:ln>
        </p:spPr>
      </p:pic>
      <p:pic>
        <p:nvPicPr>
          <p:cNvPr id="13316" name="Picture 5"/>
          <p:cNvPicPr>
            <a:picLocks noChangeAspect="1"/>
          </p:cNvPicPr>
          <p:nvPr/>
        </p:nvPicPr>
        <p:blipFill>
          <a:blip r:embed="rId2"/>
          <a:srcRect t="96181"/>
          <a:stretch>
            <a:fillRect/>
          </a:stretch>
        </p:blipFill>
        <p:spPr>
          <a:xfrm>
            <a:off x="676275" y="6472238"/>
            <a:ext cx="2143125" cy="1920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000000"/>
                                          </p:val>
                                        </p:tav>
                                        <p:tav tm="100000">
                                          <p:val>
                                            <p:strVal val="#ppt_w"/>
                                          </p:val>
                                        </p:tav>
                                      </p:tavLst>
                                    </p:anim>
                                    <p:anim calcmode="lin" valueType="num">
                                      <p:cBhvr>
                                        <p:cTn id="8" dur="500" fill="hold"/>
                                        <p:tgtEl>
                                          <p:spTgt spid="4"/>
                                        </p:tgtEl>
                                        <p:attrNameLst>
                                          <p:attrName>ppt_h</p:attrName>
                                        </p:attrNameLst>
                                      </p:cBhvr>
                                      <p:tavLst>
                                        <p:tav tm="0">
                                          <p:val>
                                            <p:fltVal val="0.00000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charRg st="0" end="233"/>
                                            </p:txEl>
                                          </p:spTgt>
                                        </p:tgtEl>
                                        <p:attrNameLst>
                                          <p:attrName>style.visibility</p:attrName>
                                        </p:attrNameLst>
                                      </p:cBhvr>
                                      <p:to>
                                        <p:strVal val="visible"/>
                                      </p:to>
                                    </p:set>
                                    <p:animEffect transition="in" filter="fade">
                                      <p:cBhvr>
                                        <p:cTn id="14" dur="1000"/>
                                        <p:tgtEl>
                                          <p:spTgt spid="2">
                                            <p:txEl>
                                              <p:charRg st="0" end="233"/>
                                            </p:txEl>
                                          </p:spTgt>
                                        </p:tgtEl>
                                      </p:cBhvr>
                                    </p:animEffect>
                                    <p:anim calcmode="lin" valueType="num">
                                      <p:cBhvr>
                                        <p:cTn id="15" dur="1000" fill="hold"/>
                                        <p:tgtEl>
                                          <p:spTgt spid="2">
                                            <p:txEl>
                                              <p:charRg st="0" end="23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charRg st="0" end="23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charRg st="234" end="410"/>
                                            </p:txEl>
                                          </p:spTgt>
                                        </p:tgtEl>
                                        <p:attrNameLst>
                                          <p:attrName>style.visibility</p:attrName>
                                        </p:attrNameLst>
                                      </p:cBhvr>
                                      <p:to>
                                        <p:strVal val="visible"/>
                                      </p:to>
                                    </p:set>
                                    <p:animEffect transition="in" filter="fade">
                                      <p:cBhvr>
                                        <p:cTn id="21" dur="1000"/>
                                        <p:tgtEl>
                                          <p:spTgt spid="2">
                                            <p:txEl>
                                              <p:charRg st="234" end="410"/>
                                            </p:txEl>
                                          </p:spTgt>
                                        </p:tgtEl>
                                      </p:cBhvr>
                                    </p:animEffect>
                                    <p:anim calcmode="lin" valueType="num">
                                      <p:cBhvr>
                                        <p:cTn id="22" dur="1000" fill="hold"/>
                                        <p:tgtEl>
                                          <p:spTgt spid="2">
                                            <p:txEl>
                                              <p:charRg st="234" end="410"/>
                                            </p:txEl>
                                          </p:spTgt>
                                        </p:tgtEl>
                                        <p:attrNameLst>
                                          <p:attrName>ppt_x</p:attrName>
                                        </p:attrNameLst>
                                      </p:cBhvr>
                                      <p:tavLst>
                                        <p:tav tm="0">
                                          <p:val>
                                            <p:strVal val="#ppt_x"/>
                                          </p:val>
                                        </p:tav>
                                        <p:tav tm="100000">
                                          <p:val>
                                            <p:strVal val="#ppt_x"/>
                                          </p:val>
                                        </p:tav>
                                      </p:tavLst>
                                    </p:anim>
                                    <p:anim calcmode="lin" valueType="num">
                                      <p:cBhvr>
                                        <p:cTn id="23" dur="1000" fill="hold"/>
                                        <p:tgtEl>
                                          <p:spTgt spid="2">
                                            <p:txEl>
                                              <p:charRg st="234" end="41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charRg st="411" end="633"/>
                                            </p:txEl>
                                          </p:spTgt>
                                        </p:tgtEl>
                                        <p:attrNameLst>
                                          <p:attrName>style.visibility</p:attrName>
                                        </p:attrNameLst>
                                      </p:cBhvr>
                                      <p:to>
                                        <p:strVal val="visible"/>
                                      </p:to>
                                    </p:set>
                                    <p:animEffect transition="in" filter="fade">
                                      <p:cBhvr>
                                        <p:cTn id="28" dur="1000"/>
                                        <p:tgtEl>
                                          <p:spTgt spid="2">
                                            <p:txEl>
                                              <p:charRg st="411" end="633"/>
                                            </p:txEl>
                                          </p:spTgt>
                                        </p:tgtEl>
                                      </p:cBhvr>
                                    </p:animEffect>
                                    <p:anim calcmode="lin" valueType="num">
                                      <p:cBhvr>
                                        <p:cTn id="29" dur="1000" fill="hold"/>
                                        <p:tgtEl>
                                          <p:spTgt spid="2">
                                            <p:txEl>
                                              <p:charRg st="411" end="63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charRg st="411" end="63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p:sp>
        <p:nvSpPr>
          <p:cNvPr id="3" name="Title 2"/>
          <p:cNvSpPr>
            <a:spLocks noGrp="1"/>
          </p:cNvSpPr>
          <p:nvPr>
            <p:ph type="title"/>
          </p:nvPr>
        </p:nvSpPr>
        <p:spPr>
          <a:xfrm>
            <a:off x="660400" y="305435"/>
            <a:ext cx="10795635" cy="6167120"/>
          </a:xfrm>
        </p:spPr>
        <p:txBody>
          <a:bodyPr>
            <a:normAutofit/>
          </a:bodyPr>
          <a:lstStyle/>
          <a:p>
            <a:pPr marL="0" marR="0" indent="0" algn="l" defTabSz="457200" rtl="0" eaLnBrk="1" fontAlgn="auto" latinLnBrk="0" hangingPunct="1">
              <a:lnSpc>
                <a:spcPct val="100000"/>
              </a:lnSpc>
              <a:spcBef>
                <a:spcPct val="0"/>
              </a:spcBef>
              <a:spcAft>
                <a:spcPct val="0"/>
              </a:spcAft>
              <a:buClrTx/>
              <a:buSzTx/>
              <a:buFontTx/>
              <a:buNone/>
            </a:pPr>
            <a:r>
              <a:rPr kumimoji="0" lang="en-GB" sz="2665" b="1" i="0" u="none" strike="noStrike" kern="1200" cap="none" spc="0" normalizeH="0" baseline="0" noProof="1" dirty="0">
                <a:solidFill>
                  <a:schemeClr val="tx1"/>
                </a:solidFill>
                <a:latin typeface="+mj-lt"/>
                <a:ea typeface="+mj-ea"/>
                <a:cs typeface="+mj-cs"/>
              </a:rPr>
              <a:t>Project Description</a:t>
            </a:r>
            <a:br>
              <a:rPr kumimoji="0" lang="en-GB" sz="2665" b="1" i="0" u="none" strike="noStrike" kern="1200" cap="none" spc="0" normalizeH="0" baseline="0" noProof="1" dirty="0">
                <a:solidFill>
                  <a:schemeClr val="tx1"/>
                </a:solidFill>
                <a:latin typeface="+mj-lt"/>
                <a:ea typeface="+mj-ea"/>
                <a:cs typeface="+mj-cs"/>
              </a:rPr>
            </a:br>
            <a:br>
              <a:rPr lang="en-GB" sz="2665" dirty="0"/>
            </a:br>
            <a:r>
              <a:rPr lang="en-US" altLang="en-US" sz="2220" dirty="0"/>
              <a:t>Agricultural performance varies significantly with seasonal environmental conditions, farming practices, resource availability and market conditions. This project analyzes agricultural data collected across different seasons, geographical areas and farming conditions to understand how these factors influence crop production and overall agricultural performance.</a:t>
            </a:r>
            <a:br>
              <a:rPr lang="en-US" altLang="en-US" sz="2220" dirty="0"/>
            </a:br>
            <a:br>
              <a:rPr lang="en-US" altLang="en-US" sz="2220" dirty="0"/>
            </a:br>
            <a:r>
              <a:rPr lang="en-US" altLang="en-US" sz="2220" dirty="0"/>
              <a:t>The analysis examines seasonal differences in crop yield, production, environmental conditions, resource utilization, water efficiency and economic outcomes. It also investigates relationships between environmental and farming factors and agricultural performance.</a:t>
            </a:r>
            <a:br>
              <a:rPr lang="en-US" altLang="en-US" sz="2220" dirty="0"/>
            </a:br>
            <a:br>
              <a:rPr lang="en-US" altLang="en-US" sz="2220" dirty="0"/>
            </a:br>
            <a:r>
              <a:rPr lang="en-US" altLang="en-US" sz="2220" dirty="0"/>
              <a:t>Using data cleaning, statistical analysis and data visualization, the project identifies important seasonal patterns, trends, relationships, variations and unusual observations. The findings are used to develop evidence-based insights and recommendations for better seasonal agricultural planning.</a:t>
            </a:r>
            <a:endParaRPr lang="en-US" altLang="en-US" sz="2220" dirty="0"/>
          </a:p>
        </p:txBody>
      </p:sp>
      <p:pic>
        <p:nvPicPr>
          <p:cNvPr id="14339" name="Picture 4"/>
          <p:cNvPicPr>
            <a:picLocks noChangeAspect="1"/>
          </p:cNvPicPr>
          <p:nvPr/>
        </p:nvPicPr>
        <p:blipFill>
          <a:blip r:embed="rId1"/>
          <a:srcRect t="96181"/>
          <a:stretch>
            <a:fillRect/>
          </a:stretch>
        </p:blipFill>
        <p:spPr>
          <a:xfrm>
            <a:off x="676275" y="6472238"/>
            <a:ext cx="2143125" cy="192087"/>
          </a:xfrm>
          <a:prstGeom prst="rect">
            <a:avLst/>
          </a:prstGeom>
          <a:noFill/>
          <a:ln w="9525">
            <a:noFill/>
          </a:ln>
        </p:spPr>
      </p:pic>
      <p:pic>
        <p:nvPicPr>
          <p:cNvPr id="14340" name="Picture 5"/>
          <p:cNvPicPr>
            <a:picLocks noChangeAspect="1"/>
          </p:cNvPicPr>
          <p:nvPr/>
        </p:nvPicPr>
        <p:blipFill>
          <a:blip r:embed="rId2"/>
          <a:stretch>
            <a:fillRect/>
          </a:stretch>
        </p:blipFill>
        <p:spPr>
          <a:xfrm>
            <a:off x="466725" y="6410325"/>
            <a:ext cx="3706813" cy="29686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000000"/>
                                          </p:val>
                                        </p:tav>
                                        <p:tav tm="100000">
                                          <p:val>
                                            <p:strVal val="#ppt_w"/>
                                          </p:val>
                                        </p:tav>
                                      </p:tavLst>
                                    </p:anim>
                                    <p:anim calcmode="lin" valueType="num">
                                      <p:cBhvr>
                                        <p:cTn id="8" dur="500" fill="hold"/>
                                        <p:tgtEl>
                                          <p:spTgt spid="3"/>
                                        </p:tgtEl>
                                        <p:attrNameLst>
                                          <p:attrName>ppt_h</p:attrName>
                                        </p:attrNameLst>
                                      </p:cBhvr>
                                      <p:tavLst>
                                        <p:tav tm="0">
                                          <p:val>
                                            <p:fltVal val="0.00000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83528" y="304800"/>
            <a:ext cx="10045700" cy="803275"/>
          </a:xfrm>
        </p:spPr>
        <p:txBody>
          <a:bodyPr vert="horz" lIns="91440" tIns="45720" rIns="91440" bIns="45720" anchor="t" anchorCtr="0"/>
          <a:p>
            <a:pPr defTabSz="457200">
              <a:buNone/>
            </a:pPr>
            <a:r>
              <a:rPr lang="en-US" altLang="zh-CN" sz="3200" kern="1200" dirty="0">
                <a:latin typeface="+mj-lt"/>
                <a:ea typeface="+mj-ea"/>
                <a:cs typeface="+mj-cs"/>
              </a:rPr>
              <a:t>WHO ARE THE END USERS?</a:t>
            </a:r>
            <a:endParaRPr lang="en-IN" altLang="en-US" sz="2000" kern="1200" dirty="0">
              <a:latin typeface="+mj-lt"/>
              <a:ea typeface="+mj-ea"/>
              <a:cs typeface="+mj-cs"/>
            </a:endParaRPr>
          </a:p>
        </p:txBody>
      </p:sp>
      <p:pic>
        <p:nvPicPr>
          <p:cNvPr id="15363" name="Picture 5"/>
          <p:cNvPicPr>
            <a:picLocks noChangeAspect="1"/>
          </p:cNvPicPr>
          <p:nvPr/>
        </p:nvPicPr>
        <p:blipFill>
          <a:blip r:embed="rId1"/>
          <a:stretch>
            <a:fillRect/>
          </a:stretch>
        </p:blipFill>
        <p:spPr>
          <a:xfrm>
            <a:off x="720725" y="6176963"/>
            <a:ext cx="2181225" cy="485775"/>
          </a:xfrm>
          <a:prstGeom prst="rect">
            <a:avLst/>
          </a:prstGeom>
          <a:noFill/>
          <a:ln w="9525">
            <a:noFill/>
          </a:ln>
        </p:spPr>
      </p:pic>
      <p:sp>
        <p:nvSpPr>
          <p:cNvPr id="3" name="Text Box 2"/>
          <p:cNvSpPr txBox="1"/>
          <p:nvPr/>
        </p:nvSpPr>
        <p:spPr>
          <a:xfrm>
            <a:off x="447675" y="1108075"/>
            <a:ext cx="4931410" cy="5539105"/>
          </a:xfrm>
          <a:prstGeom prst="rect">
            <a:avLst/>
          </a:prstGeom>
          <a:noFill/>
        </p:spPr>
        <p:txBody>
          <a:bodyPr wrap="square" rtlCol="0">
            <a:spAutoFit/>
          </a:bodyPr>
          <a:p>
            <a:r>
              <a:rPr lang="en-US" altLang="en-US" sz="2000" b="1"/>
              <a:t>Farmers</a:t>
            </a:r>
            <a:endParaRPr lang="en-US" altLang="en-US" sz="2000" b="1"/>
          </a:p>
          <a:p>
            <a:pPr marL="285750" indent="-285750">
              <a:buFont typeface="Arial" panose="020B0604020202020204" pitchFamily="34" charset="0"/>
              <a:buChar char="•"/>
            </a:pPr>
            <a:r>
              <a:rPr lang="en-US" altLang="en-US"/>
              <a:t>Compare agricultural performance across seasons.</a:t>
            </a:r>
            <a:endParaRPr lang="en-US" altLang="en-US"/>
          </a:p>
          <a:p>
            <a:pPr marL="285750" indent="-285750">
              <a:buFont typeface="Arial" panose="020B0604020202020204" pitchFamily="34" charset="0"/>
              <a:buChar char="•"/>
            </a:pPr>
            <a:r>
              <a:rPr lang="en-US" altLang="en-US"/>
              <a:t>Understand seasonal resource requirements.</a:t>
            </a:r>
            <a:endParaRPr lang="en-US" altLang="en-US"/>
          </a:p>
          <a:p>
            <a:pPr marL="285750" indent="-285750">
              <a:buFont typeface="Arial" panose="020B0604020202020204" pitchFamily="34" charset="0"/>
              <a:buChar char="•"/>
            </a:pPr>
            <a:r>
              <a:rPr lang="en-US" altLang="en-US"/>
              <a:t>Support better crop and farming decisions.</a:t>
            </a:r>
            <a:endParaRPr lang="en-US" altLang="en-US"/>
          </a:p>
          <a:p>
            <a:endParaRPr lang="en-US" altLang="en-US" sz="2000" b="1"/>
          </a:p>
          <a:p>
            <a:r>
              <a:rPr lang="en-US" altLang="en-US" sz="2000" b="1"/>
              <a:t>Agricultural Planners &amp; Government Departments</a:t>
            </a:r>
            <a:endParaRPr lang="en-US" altLang="en-US" sz="2000" b="1"/>
          </a:p>
          <a:p>
            <a:pPr marL="285750" indent="-285750">
              <a:buFont typeface="Arial" panose="020B0604020202020204" pitchFamily="34" charset="0"/>
              <a:buChar char="•"/>
            </a:pPr>
            <a:r>
              <a:rPr lang="en-US" altLang="en-US"/>
              <a:t>Identify important seasonal trends.</a:t>
            </a:r>
            <a:endParaRPr lang="en-US" altLang="en-US"/>
          </a:p>
          <a:p>
            <a:pPr marL="285750" indent="-285750">
              <a:buFont typeface="Arial" panose="020B0604020202020204" pitchFamily="34" charset="0"/>
              <a:buChar char="•"/>
            </a:pPr>
            <a:r>
              <a:rPr lang="en-US" altLang="en-US"/>
              <a:t>Support evidence-based agricultural planning.</a:t>
            </a:r>
            <a:endParaRPr lang="en-US" altLang="en-US"/>
          </a:p>
          <a:p>
            <a:pPr marL="285750" indent="-285750">
              <a:buFont typeface="Arial" panose="020B0604020202020204" pitchFamily="34" charset="0"/>
              <a:buChar char="•"/>
            </a:pPr>
            <a:r>
              <a:rPr lang="en-US" altLang="en-US"/>
              <a:t>Identify regions or seasons requiring further investigation.</a:t>
            </a:r>
            <a:endParaRPr lang="en-US" altLang="en-US"/>
          </a:p>
          <a:p>
            <a:endParaRPr lang="en-US" altLang="en-US" sz="2000" b="1"/>
          </a:p>
          <a:p>
            <a:r>
              <a:rPr lang="en-US" altLang="en-US" sz="2000" b="1"/>
              <a:t>Irrigation &amp; Resource Managers</a:t>
            </a:r>
            <a:endParaRPr lang="en-US" altLang="en-US" sz="2000" b="1"/>
          </a:p>
          <a:p>
            <a:pPr marL="285750" indent="-285750">
              <a:buFont typeface="Arial" panose="020B0604020202020204" pitchFamily="34" charset="0"/>
              <a:buChar char="•"/>
            </a:pPr>
            <a:r>
              <a:rPr lang="en-US" altLang="en-US"/>
              <a:t>Understand seasonal water requirements.</a:t>
            </a:r>
            <a:endParaRPr lang="en-US" altLang="en-US"/>
          </a:p>
          <a:p>
            <a:pPr marL="285750" indent="-285750">
              <a:buFont typeface="Arial" panose="020B0604020202020204" pitchFamily="34" charset="0"/>
              <a:buChar char="•"/>
            </a:pPr>
            <a:r>
              <a:rPr lang="en-US" altLang="en-US"/>
              <a:t>Compare water usage and water efficiency.</a:t>
            </a:r>
            <a:endParaRPr lang="en-US" altLang="en-US"/>
          </a:p>
          <a:p>
            <a:pPr marL="285750" indent="-285750">
              <a:buFont typeface="Arial" panose="020B0604020202020204" pitchFamily="34" charset="0"/>
              <a:buChar char="•"/>
            </a:pPr>
            <a:r>
              <a:rPr lang="en-US" altLang="en-US"/>
              <a:t>Support efficient resource allocation.</a:t>
            </a:r>
            <a:endParaRPr lang="en-US" altLang="en-US"/>
          </a:p>
        </p:txBody>
      </p:sp>
      <p:sp>
        <p:nvSpPr>
          <p:cNvPr id="5" name="Text Box 4"/>
          <p:cNvSpPr txBox="1"/>
          <p:nvPr/>
        </p:nvSpPr>
        <p:spPr>
          <a:xfrm>
            <a:off x="5869940" y="1108075"/>
            <a:ext cx="4431030" cy="3476625"/>
          </a:xfrm>
          <a:prstGeom prst="rect">
            <a:avLst/>
          </a:prstGeom>
          <a:noFill/>
        </p:spPr>
        <p:txBody>
          <a:bodyPr wrap="square" rtlCol="0">
            <a:spAutoFit/>
          </a:bodyPr>
          <a:p>
            <a:r>
              <a:rPr lang="en-US" altLang="en-US" sz="2000" b="1"/>
              <a:t>Agricultural Researchers</a:t>
            </a:r>
            <a:endParaRPr lang="en-US" altLang="en-US" sz="2000" b="1"/>
          </a:p>
          <a:p>
            <a:pPr marL="285750" indent="-285750">
              <a:buFont typeface="Arial" panose="020B0604020202020204" pitchFamily="34" charset="0"/>
              <a:buChar char="•"/>
            </a:pPr>
            <a:r>
              <a:rPr lang="en-US" altLang="en-US"/>
              <a:t>Study relationships between environmental conditions and agricultural outcomes.</a:t>
            </a:r>
            <a:endParaRPr lang="en-US" altLang="en-US"/>
          </a:p>
          <a:p>
            <a:pPr marL="285750" indent="-285750">
              <a:buFont typeface="Arial" panose="020B0604020202020204" pitchFamily="34" charset="0"/>
              <a:buChar char="•"/>
            </a:pPr>
            <a:r>
              <a:rPr lang="en-US" altLang="en-US"/>
              <a:t>Investigate unusual or significant seasonal patterns.</a:t>
            </a:r>
            <a:endParaRPr lang="en-US" altLang="en-US"/>
          </a:p>
          <a:p>
            <a:pPr>
              <a:buFont typeface="Arial" panose="020B0604020202020204" pitchFamily="34" charset="0"/>
            </a:pPr>
            <a:endParaRPr lang="en-US" altLang="en-US"/>
          </a:p>
          <a:p>
            <a:r>
              <a:rPr lang="en-US" altLang="en-US" sz="2000" b="1"/>
              <a:t>Agribusiness &amp; Market Stakeholders</a:t>
            </a:r>
            <a:endParaRPr lang="en-US" altLang="en-US" sz="2000" b="1"/>
          </a:p>
          <a:p>
            <a:pPr marL="285750" indent="-285750">
              <a:buFont typeface="Arial" panose="020B0604020202020204" pitchFamily="34" charset="0"/>
              <a:buChar char="•"/>
            </a:pPr>
            <a:r>
              <a:rPr lang="en-US" altLang="en-US"/>
              <a:t>Understand seasonal production and economic outcomes.</a:t>
            </a:r>
            <a:endParaRPr lang="en-US" altLang="en-US"/>
          </a:p>
          <a:p>
            <a:pPr marL="285750" indent="-285750">
              <a:buFont typeface="Arial" panose="020B0604020202020204" pitchFamily="34" charset="0"/>
              <a:buChar char="•"/>
            </a:pPr>
            <a:r>
              <a:rPr lang="en-US" altLang="en-US"/>
              <a:t>Support planning based on production, revenue, cost and profit patterns.</a:t>
            </a:r>
            <a:endParaRPr lang="en-US" altLang="en-US"/>
          </a:p>
        </p:txBody>
      </p:sp>
      <p:sp>
        <p:nvSpPr>
          <p:cNvPr id="6" name="Text Box 5"/>
          <p:cNvSpPr txBox="1"/>
          <p:nvPr/>
        </p:nvSpPr>
        <p:spPr>
          <a:xfrm>
            <a:off x="5982335" y="4993640"/>
            <a:ext cx="5130800" cy="1278255"/>
          </a:xfrm>
          <a:prstGeom prst="rect">
            <a:avLst/>
          </a:prstGeom>
          <a:noFill/>
        </p:spPr>
        <p:txBody>
          <a:bodyPr wrap="square" rtlCol="0">
            <a:noAutofit/>
          </a:bodyPr>
          <a:p>
            <a:r>
              <a:rPr lang="en-US" altLang="en-US" b="1">
                <a:solidFill>
                  <a:srgbClr val="FF0000"/>
                </a:solidFill>
              </a:rPr>
              <a:t>The project converts raw agricultural data into understandable insights that can support data-driven seasonal planning.</a:t>
            </a:r>
            <a:endParaRPr lang="en-US" altLang="en-US"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000000"/>
                                          </p:val>
                                        </p:tav>
                                        <p:tav tm="100000">
                                          <p:val>
                                            <p:strVal val="#ppt_w"/>
                                          </p:val>
                                        </p:tav>
                                      </p:tavLst>
                                    </p:anim>
                                    <p:anim calcmode="lin" valueType="num">
                                      <p:cBhvr>
                                        <p:cTn id="8" dur="500" fill="hold"/>
                                        <p:tgtEl>
                                          <p:spTgt spid="4"/>
                                        </p:tgtEl>
                                        <p:attrNameLst>
                                          <p:attrName>ppt_h</p:attrName>
                                        </p:attrNameLst>
                                      </p:cBhvr>
                                      <p:tavLst>
                                        <p:tav tm="0">
                                          <p:val>
                                            <p:fltVal val="0.00000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p:pic>
        <p:nvPicPr>
          <p:cNvPr id="16386" name="Picture 5"/>
          <p:cNvPicPr>
            <a:picLocks noChangeAspect="1"/>
          </p:cNvPicPr>
          <p:nvPr/>
        </p:nvPicPr>
        <p:blipFill>
          <a:blip r:embed="rId1"/>
          <a:stretch>
            <a:fillRect/>
          </a:stretch>
        </p:blipFill>
        <p:spPr>
          <a:xfrm>
            <a:off x="466725" y="6410325"/>
            <a:ext cx="3706813" cy="296863"/>
          </a:xfrm>
          <a:prstGeom prst="rect">
            <a:avLst/>
          </a:prstGeom>
          <a:noFill/>
          <a:ln w="9525">
            <a:noFill/>
          </a:ln>
        </p:spPr>
      </p:pic>
      <p:pic>
        <p:nvPicPr>
          <p:cNvPr id="16387" name="Picture 1"/>
          <p:cNvPicPr>
            <a:picLocks noChangeAspect="1"/>
          </p:cNvPicPr>
          <p:nvPr/>
        </p:nvPicPr>
        <p:blipFill>
          <a:blip r:embed="rId2"/>
          <a:stretch>
            <a:fillRect/>
          </a:stretch>
        </p:blipFill>
        <p:spPr>
          <a:xfrm flipH="1">
            <a:off x="50800" y="3819525"/>
            <a:ext cx="1727200" cy="3009900"/>
          </a:xfrm>
          <a:prstGeom prst="rect">
            <a:avLst/>
          </a:prstGeom>
          <a:noFill/>
          <a:ln w="9525">
            <a:noFill/>
          </a:ln>
        </p:spPr>
      </p:pic>
      <p:sp>
        <p:nvSpPr>
          <p:cNvPr id="9" name="Title 8"/>
          <p:cNvSpPr>
            <a:spLocks noGrp="1"/>
          </p:cNvSpPr>
          <p:nvPr>
            <p:ph type="title"/>
          </p:nvPr>
        </p:nvSpPr>
        <p:spPr>
          <a:xfrm>
            <a:off x="364490" y="144463"/>
            <a:ext cx="5307013" cy="847725"/>
          </a:xfrm>
        </p:spPr>
        <p:txBody>
          <a:bodyPr vert="horz" lIns="91440" tIns="45720" rIns="91440" bIns="45720" anchor="t" anchorCtr="0"/>
          <a:p>
            <a:pPr defTabSz="457200">
              <a:buNone/>
            </a:pPr>
            <a:r>
              <a:rPr lang="en-US" altLang="zh-CN" kern="1200" dirty="0">
                <a:latin typeface="+mj-lt"/>
                <a:ea typeface="+mj-ea"/>
                <a:cs typeface="+mj-cs"/>
              </a:rPr>
              <a:t>Technology Used</a:t>
            </a:r>
            <a:endParaRPr lang="en-US" altLang="zh-CN" kern="1200" dirty="0">
              <a:latin typeface="+mj-lt"/>
              <a:ea typeface="+mj-ea"/>
              <a:cs typeface="+mj-cs"/>
            </a:endParaRPr>
          </a:p>
        </p:txBody>
      </p:sp>
      <p:sp>
        <p:nvSpPr>
          <p:cNvPr id="3" name="Text Box 2"/>
          <p:cNvSpPr txBox="1"/>
          <p:nvPr/>
        </p:nvSpPr>
        <p:spPr>
          <a:xfrm>
            <a:off x="1870075" y="1200785"/>
            <a:ext cx="4503420" cy="4799965"/>
          </a:xfrm>
          <a:prstGeom prst="rect">
            <a:avLst/>
          </a:prstGeom>
          <a:noFill/>
        </p:spPr>
        <p:txBody>
          <a:bodyPr wrap="square" rtlCol="0">
            <a:spAutoFit/>
          </a:bodyPr>
          <a:p>
            <a:r>
              <a:rPr lang="en-US" altLang="en-US" b="1"/>
              <a:t>Programming Language</a:t>
            </a:r>
            <a:endParaRPr lang="en-US" altLang="en-US"/>
          </a:p>
          <a:p>
            <a:r>
              <a:rPr lang="en-US" altLang="en-US"/>
              <a:t>Python</a:t>
            </a:r>
            <a:r>
              <a:rPr lang="en-IN" altLang="en-US"/>
              <a:t> - </a:t>
            </a:r>
            <a:r>
              <a:rPr lang="en-US" altLang="en-US"/>
              <a:t>Used for data cleaning, analysis, statistical calculations and visualization.</a:t>
            </a:r>
            <a:endParaRPr lang="en-US" altLang="en-US"/>
          </a:p>
          <a:p>
            <a:endParaRPr lang="en-US" altLang="en-US"/>
          </a:p>
          <a:p>
            <a:r>
              <a:rPr lang="en-US" altLang="en-US" b="1"/>
              <a:t>Data Analysis Libraries</a:t>
            </a:r>
            <a:endParaRPr lang="en-US" altLang="en-US" b="1"/>
          </a:p>
          <a:p>
            <a:pPr marL="285750" indent="-285750">
              <a:buFont typeface="Arial" panose="020B0604020202020204" pitchFamily="34" charset="0"/>
              <a:buChar char="•"/>
            </a:pPr>
            <a:r>
              <a:rPr lang="en-US" altLang="en-US"/>
              <a:t>Pandas — Data loading, cleaning, transformation and analysis</a:t>
            </a:r>
            <a:endParaRPr lang="en-US" altLang="en-US"/>
          </a:p>
          <a:p>
            <a:pPr marL="285750" indent="-285750">
              <a:buFont typeface="Arial" panose="020B0604020202020204" pitchFamily="34" charset="0"/>
              <a:buChar char="•"/>
            </a:pPr>
            <a:r>
              <a:rPr lang="en-US" altLang="en-US"/>
              <a:t>NumPy — Numerical computations</a:t>
            </a:r>
            <a:endParaRPr lang="en-US" altLang="en-US"/>
          </a:p>
          <a:p>
            <a:pPr marL="285750" indent="-285750">
              <a:buFont typeface="Arial" panose="020B0604020202020204" pitchFamily="34" charset="0"/>
              <a:buChar char="•"/>
            </a:pPr>
            <a:r>
              <a:rPr lang="en-US" altLang="en-US"/>
              <a:t>SciPy — Statistical tests and significance analysis</a:t>
            </a:r>
            <a:endParaRPr lang="en-US" altLang="en-US"/>
          </a:p>
          <a:p>
            <a:endParaRPr lang="en-US" altLang="en-US" b="1"/>
          </a:p>
          <a:p>
            <a:r>
              <a:rPr lang="en-US" altLang="en-US" b="1"/>
              <a:t>Data Visualization</a:t>
            </a:r>
            <a:endParaRPr lang="en-US" altLang="en-US" b="1"/>
          </a:p>
          <a:p>
            <a:pPr marL="285750" indent="-285750">
              <a:buFont typeface="Arial" panose="020B0604020202020204" pitchFamily="34" charset="0"/>
              <a:buChar char="•"/>
            </a:pPr>
            <a:r>
              <a:rPr lang="en-US" altLang="en-US"/>
              <a:t>Matplotlib</a:t>
            </a:r>
            <a:endParaRPr lang="en-US" altLang="en-US"/>
          </a:p>
          <a:p>
            <a:pPr marL="285750" indent="-285750">
              <a:buFont typeface="Arial" panose="020B0604020202020204" pitchFamily="34" charset="0"/>
              <a:buChar char="•"/>
            </a:pPr>
            <a:r>
              <a:rPr lang="en-US" altLang="en-US"/>
              <a:t>Pandas Visualization</a:t>
            </a:r>
            <a:endParaRPr lang="en-US" altLang="en-US"/>
          </a:p>
          <a:p>
            <a:r>
              <a:rPr lang="en-US" altLang="en-US"/>
              <a:t>Used to create charts for seasonal comparisons, trends, relationships and distributions.</a:t>
            </a:r>
            <a:endParaRPr lang="en-US" altLang="en-US"/>
          </a:p>
        </p:txBody>
      </p:sp>
      <p:sp>
        <p:nvSpPr>
          <p:cNvPr id="4" name="Text Box 3"/>
          <p:cNvSpPr txBox="1"/>
          <p:nvPr/>
        </p:nvSpPr>
        <p:spPr>
          <a:xfrm>
            <a:off x="6846570" y="1179830"/>
            <a:ext cx="4503420" cy="5354320"/>
          </a:xfrm>
          <a:prstGeom prst="rect">
            <a:avLst/>
          </a:prstGeom>
          <a:noFill/>
        </p:spPr>
        <p:txBody>
          <a:bodyPr wrap="square" rtlCol="0">
            <a:spAutoFit/>
          </a:bodyPr>
          <a:p>
            <a:r>
              <a:rPr lang="en-US" altLang="en-US" b="1"/>
              <a:t>Development Environment</a:t>
            </a:r>
            <a:endParaRPr lang="en-US" altLang="en-US"/>
          </a:p>
          <a:p>
            <a:r>
              <a:rPr lang="en-US" altLang="en-US"/>
              <a:t>Google Colab / Jupyter Notebook</a:t>
            </a:r>
            <a:r>
              <a:rPr lang="en-IN" altLang="en-US"/>
              <a:t> - </a:t>
            </a:r>
            <a:endParaRPr lang="en-US" altLang="en-US"/>
          </a:p>
          <a:p>
            <a:r>
              <a:rPr lang="en-US" altLang="en-US"/>
              <a:t>Used to perform and document the complete data analysis workflow.</a:t>
            </a:r>
            <a:endParaRPr lang="en-US" altLang="en-US"/>
          </a:p>
          <a:p>
            <a:endParaRPr lang="en-US" altLang="en-US"/>
          </a:p>
          <a:p>
            <a:r>
              <a:rPr lang="en-US" altLang="en-US" b="1"/>
              <a:t>Analytical Techniques</a:t>
            </a:r>
            <a:endParaRPr lang="en-US" altLang="en-US" b="1"/>
          </a:p>
          <a:p>
            <a:pPr marL="285750" indent="-285750">
              <a:buFont typeface="Arial" panose="020B0604020202020204" pitchFamily="34" charset="0"/>
              <a:buChar char="•"/>
            </a:pPr>
            <a:r>
              <a:rPr lang="en-US" altLang="en-US"/>
              <a:t>Descriptive statistics</a:t>
            </a:r>
            <a:endParaRPr lang="en-US" altLang="en-US"/>
          </a:p>
          <a:p>
            <a:pPr marL="285750" indent="-285750">
              <a:buFont typeface="Arial" panose="020B0604020202020204" pitchFamily="34" charset="0"/>
              <a:buChar char="•"/>
            </a:pPr>
            <a:r>
              <a:rPr lang="en-US" altLang="en-US"/>
              <a:t>Group-wise seasonal comparison</a:t>
            </a:r>
            <a:endParaRPr lang="en-US" altLang="en-US"/>
          </a:p>
          <a:p>
            <a:pPr marL="285750" indent="-285750">
              <a:buFont typeface="Arial" panose="020B0604020202020204" pitchFamily="34" charset="0"/>
              <a:buChar char="•"/>
            </a:pPr>
            <a:r>
              <a:rPr lang="en-US" altLang="en-US"/>
              <a:t>Correlation analysis</a:t>
            </a:r>
            <a:endParaRPr lang="en-US" altLang="en-US"/>
          </a:p>
          <a:p>
            <a:pPr marL="285750" indent="-285750">
              <a:buFont typeface="Arial" panose="020B0604020202020204" pitchFamily="34" charset="0"/>
              <a:buChar char="•"/>
            </a:pPr>
            <a:r>
              <a:rPr lang="en-US" altLang="en-US"/>
              <a:t>Outlier detection using IQR</a:t>
            </a:r>
            <a:endParaRPr lang="en-US" altLang="en-US"/>
          </a:p>
          <a:p>
            <a:pPr marL="285750" indent="-285750">
              <a:buFont typeface="Arial" panose="020B0604020202020204" pitchFamily="34" charset="0"/>
              <a:buChar char="•"/>
            </a:pPr>
            <a:r>
              <a:rPr lang="en-US" altLang="en-US"/>
              <a:t>ANOVA</a:t>
            </a:r>
            <a:endParaRPr lang="en-US" altLang="en-US"/>
          </a:p>
          <a:p>
            <a:pPr marL="285750" indent="-285750">
              <a:buFont typeface="Arial" panose="020B0604020202020204" pitchFamily="34" charset="0"/>
              <a:buChar char="•"/>
            </a:pPr>
            <a:r>
              <a:rPr lang="en-US" altLang="en-US"/>
              <a:t>Kruskal-Wallis test</a:t>
            </a:r>
            <a:endParaRPr lang="en-US" altLang="en-US"/>
          </a:p>
          <a:p>
            <a:pPr marL="285750" indent="-285750">
              <a:buFont typeface="Arial" panose="020B0604020202020204" pitchFamily="34" charset="0"/>
              <a:buChar char="•"/>
            </a:pPr>
            <a:r>
              <a:rPr lang="en-US" altLang="en-US"/>
              <a:t>Data visualization</a:t>
            </a:r>
            <a:endParaRPr lang="en-US" altLang="en-US"/>
          </a:p>
          <a:p>
            <a:pPr marL="285750" indent="-285750">
              <a:buFont typeface="Arial" panose="020B0604020202020204" pitchFamily="34" charset="0"/>
              <a:buChar char="•"/>
            </a:pPr>
            <a:r>
              <a:rPr lang="en-US" altLang="en-US"/>
              <a:t>Overall Workflow</a:t>
            </a:r>
            <a:endParaRPr lang="en-US" altLang="en-US"/>
          </a:p>
          <a:p>
            <a:endParaRPr lang="en-US" altLang="en-US"/>
          </a:p>
          <a:p>
            <a:r>
              <a:rPr lang="en-US" altLang="en-US">
                <a:solidFill>
                  <a:srgbClr val="FF0000"/>
                </a:solidFill>
              </a:rPr>
              <a:t>Raw Dataset → Data Cleaning → Exploratory Data Analysis → Statistical Analysis → Visualization → Insights → Recommendations</a:t>
            </a:r>
            <a:endParaRPr lang="en-US" altLang="en-US">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000000"/>
                                          </p:val>
                                        </p:tav>
                                        <p:tav tm="100000">
                                          <p:val>
                                            <p:strVal val="#ppt_w"/>
                                          </p:val>
                                        </p:tav>
                                      </p:tavLst>
                                    </p:anim>
                                    <p:anim calcmode="lin" valueType="num">
                                      <p:cBhvr>
                                        <p:cTn id="8" dur="500" fill="hold"/>
                                        <p:tgtEl>
                                          <p:spTgt spid="9"/>
                                        </p:tgtEl>
                                        <p:attrNameLst>
                                          <p:attrName>ppt_h</p:attrName>
                                        </p:attrNameLst>
                                      </p:cBhvr>
                                      <p:tavLst>
                                        <p:tav tm="0">
                                          <p:val>
                                            <p:fltVal val="0.00000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3" name="Picture 4"/>
          <p:cNvPicPr>
            <a:picLocks noChangeAspect="1"/>
          </p:cNvPicPr>
          <p:nvPr/>
        </p:nvPicPr>
        <p:blipFill>
          <a:blip r:embed="rId1"/>
          <a:srcRect t="96181"/>
          <a:stretch>
            <a:fillRect/>
          </a:stretch>
        </p:blipFill>
        <p:spPr>
          <a:xfrm>
            <a:off x="676275" y="6472238"/>
            <a:ext cx="2143125" cy="192087"/>
          </a:xfrm>
          <a:prstGeom prst="rect">
            <a:avLst/>
          </a:prstGeom>
          <a:noFill/>
          <a:ln w="9525">
            <a:noFill/>
          </a:ln>
        </p:spPr>
      </p:pic>
      <p:sp>
        <p:nvSpPr>
          <p:cNvPr id="4" name="Title 3"/>
          <p:cNvSpPr>
            <a:spLocks noGrp="1"/>
          </p:cNvSpPr>
          <p:nvPr>
            <p:ph type="title"/>
          </p:nvPr>
        </p:nvSpPr>
        <p:spPr>
          <a:xfrm>
            <a:off x="257175" y="166370"/>
            <a:ext cx="4277360" cy="831850"/>
          </a:xfrm>
        </p:spPr>
        <p:txBody>
          <a:bodyPr vert="horz" lIns="91440" tIns="45720" rIns="91440" bIns="45720" anchor="t" anchorCtr="0"/>
          <a:p>
            <a:pPr defTabSz="457200">
              <a:buNone/>
            </a:pPr>
            <a:r>
              <a:rPr lang="en-GB" altLang="en-US" kern="1200" dirty="0">
                <a:latin typeface="+mj-lt"/>
                <a:ea typeface="+mj-ea"/>
                <a:cs typeface="+mj-cs"/>
              </a:rPr>
              <a:t>RESULTS </a:t>
            </a:r>
            <a:r>
              <a:rPr lang="en-IN" altLang="en-GB" kern="1200" dirty="0">
                <a:latin typeface="+mj-lt"/>
                <a:ea typeface="+mj-ea"/>
                <a:cs typeface="+mj-cs"/>
              </a:rPr>
              <a:t>- A</a:t>
            </a:r>
            <a:endParaRPr lang="en-IN" altLang="en-GB" kern="1200" dirty="0">
              <a:latin typeface="+mj-lt"/>
              <a:ea typeface="+mj-ea"/>
              <a:cs typeface="+mj-cs"/>
            </a:endParaRPr>
          </a:p>
        </p:txBody>
      </p:sp>
      <p:sp>
        <p:nvSpPr>
          <p:cNvPr id="7" name="Text Placeholder 30"/>
          <p:cNvSpPr txBox="1"/>
          <p:nvPr/>
        </p:nvSpPr>
        <p:spPr>
          <a:xfrm>
            <a:off x="320675" y="1274763"/>
            <a:ext cx="3343275" cy="666750"/>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2000" dirty="0">
              <a:latin typeface="Trebuchet MS" panose="020B0603020202020204" charset="0"/>
            </a:endParaRPr>
          </a:p>
        </p:txBody>
      </p:sp>
      <p:pic>
        <p:nvPicPr>
          <p:cNvPr id="2" name="Picture 1"/>
          <p:cNvPicPr/>
          <p:nvPr/>
        </p:nvPicPr>
        <p:blipFill>
          <a:blip r:embed="rId2"/>
          <a:stretch>
            <a:fillRect/>
          </a:stretch>
        </p:blipFill>
        <p:spPr>
          <a:xfrm>
            <a:off x="320675" y="1109345"/>
            <a:ext cx="4737735" cy="4307840"/>
          </a:xfrm>
          <a:prstGeom prst="rect">
            <a:avLst/>
          </a:prstGeom>
          <a:ln>
            <a:solidFill>
              <a:srgbClr val="FF0000"/>
            </a:solidFill>
          </a:ln>
        </p:spPr>
      </p:pic>
      <p:sp>
        <p:nvSpPr>
          <p:cNvPr id="3" name="Text Box 2"/>
          <p:cNvSpPr txBox="1"/>
          <p:nvPr/>
        </p:nvSpPr>
        <p:spPr>
          <a:xfrm>
            <a:off x="605155" y="5796915"/>
            <a:ext cx="4277360" cy="645160"/>
          </a:xfrm>
          <a:prstGeom prst="rect">
            <a:avLst/>
          </a:prstGeom>
          <a:noFill/>
        </p:spPr>
        <p:txBody>
          <a:bodyPr wrap="square" rtlCol="0">
            <a:spAutoFit/>
          </a:bodyPr>
          <a:p>
            <a:r>
              <a:rPr lang="en-IN" altLang="en-US"/>
              <a:t>Fig 1: </a:t>
            </a:r>
            <a:r>
              <a:rPr lang="en-US" altLang="en-US"/>
              <a:t>Average crop yield varies across Kharif, Rabi and Zaid seasons.</a:t>
            </a:r>
            <a:endParaRPr lang="en-US" altLang="en-US"/>
          </a:p>
        </p:txBody>
      </p:sp>
      <p:pic>
        <p:nvPicPr>
          <p:cNvPr id="5" name="Picture 4"/>
          <p:cNvPicPr/>
          <p:nvPr/>
        </p:nvPicPr>
        <p:blipFill>
          <a:blip r:embed="rId3"/>
          <a:stretch>
            <a:fillRect/>
          </a:stretch>
        </p:blipFill>
        <p:spPr>
          <a:xfrm>
            <a:off x="5715000" y="1109345"/>
            <a:ext cx="5871210" cy="4241800"/>
          </a:xfrm>
          <a:prstGeom prst="rect">
            <a:avLst/>
          </a:prstGeom>
          <a:ln>
            <a:solidFill>
              <a:srgbClr val="FF0000"/>
            </a:solidFill>
          </a:ln>
        </p:spPr>
      </p:pic>
      <p:sp>
        <p:nvSpPr>
          <p:cNvPr id="6" name="Text Box 5"/>
          <p:cNvSpPr txBox="1"/>
          <p:nvPr/>
        </p:nvSpPr>
        <p:spPr>
          <a:xfrm>
            <a:off x="5728335" y="5827395"/>
            <a:ext cx="5356860" cy="645160"/>
          </a:xfrm>
          <a:prstGeom prst="rect">
            <a:avLst/>
          </a:prstGeom>
          <a:noFill/>
        </p:spPr>
        <p:txBody>
          <a:bodyPr wrap="square" rtlCol="0">
            <a:spAutoFit/>
          </a:bodyPr>
          <a:p>
            <a:r>
              <a:rPr lang="en-IN" altLang="en-US"/>
              <a:t>Fig 2 : </a:t>
            </a:r>
            <a:r>
              <a:rPr lang="en-US" altLang="en-US"/>
              <a:t>Kharif records the highest average agricultural production among the three seasons.</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000000"/>
                                          </p:val>
                                        </p:tav>
                                        <p:tav tm="100000">
                                          <p:val>
                                            <p:strVal val="#ppt_w"/>
                                          </p:val>
                                        </p:tav>
                                      </p:tavLst>
                                    </p:anim>
                                    <p:anim calcmode="lin" valueType="num">
                                      <p:cBhvr>
                                        <p:cTn id="8" dur="500" fill="hold"/>
                                        <p:tgtEl>
                                          <p:spTgt spid="4"/>
                                        </p:tgtEl>
                                        <p:attrNameLst>
                                          <p:attrName>ppt_h</p:attrName>
                                        </p:attrNameLst>
                                      </p:cBhvr>
                                      <p:tavLst>
                                        <p:tav tm="0">
                                          <p:val>
                                            <p:fltVal val="0.00000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457" name="Picture 4"/>
          <p:cNvPicPr>
            <a:picLocks noChangeAspect="1"/>
          </p:cNvPicPr>
          <p:nvPr/>
        </p:nvPicPr>
        <p:blipFill>
          <a:blip r:embed="rId1"/>
          <a:srcRect t="96181"/>
          <a:stretch>
            <a:fillRect/>
          </a:stretch>
        </p:blipFill>
        <p:spPr>
          <a:xfrm>
            <a:off x="676275" y="6472238"/>
            <a:ext cx="2143125" cy="192087"/>
          </a:xfrm>
          <a:prstGeom prst="rect">
            <a:avLst/>
          </a:prstGeom>
          <a:noFill/>
          <a:ln w="9525">
            <a:noFill/>
          </a:ln>
        </p:spPr>
      </p:pic>
      <p:sp>
        <p:nvSpPr>
          <p:cNvPr id="4" name="Title 3"/>
          <p:cNvSpPr>
            <a:spLocks noGrp="1"/>
          </p:cNvSpPr>
          <p:nvPr>
            <p:ph type="title"/>
          </p:nvPr>
        </p:nvSpPr>
        <p:spPr>
          <a:xfrm>
            <a:off x="0" y="0"/>
            <a:ext cx="3663315" cy="831850"/>
          </a:xfrm>
        </p:spPr>
        <p:txBody>
          <a:bodyPr vert="horz" lIns="91440" tIns="45720" rIns="91440" bIns="45720" anchor="t" anchorCtr="0"/>
          <a:p>
            <a:pPr defTabSz="457200">
              <a:buNone/>
            </a:pPr>
            <a:r>
              <a:rPr lang="en-GB" altLang="en-US" kern="1200" dirty="0">
                <a:latin typeface="+mj-lt"/>
                <a:ea typeface="+mj-ea"/>
                <a:cs typeface="+mj-cs"/>
              </a:rPr>
              <a:t>RESULTS </a:t>
            </a:r>
            <a:r>
              <a:rPr lang="en-IN" altLang="en-GB" kern="1200" dirty="0">
                <a:latin typeface="+mj-lt"/>
                <a:ea typeface="+mj-ea"/>
                <a:cs typeface="+mj-cs"/>
              </a:rPr>
              <a:t>- B</a:t>
            </a:r>
            <a:endParaRPr lang="en-IN" altLang="en-GB" kern="1200" dirty="0">
              <a:latin typeface="+mj-lt"/>
              <a:ea typeface="+mj-ea"/>
              <a:cs typeface="+mj-cs"/>
            </a:endParaRPr>
          </a:p>
        </p:txBody>
      </p:sp>
      <p:sp>
        <p:nvSpPr>
          <p:cNvPr id="7" name="Text Placeholder 30"/>
          <p:cNvSpPr txBox="1"/>
          <p:nvPr/>
        </p:nvSpPr>
        <p:spPr>
          <a:xfrm>
            <a:off x="320675" y="1274763"/>
            <a:ext cx="3343275" cy="666750"/>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2000" dirty="0">
              <a:latin typeface="Trebuchet MS" panose="020B0603020202020204" charset="0"/>
            </a:endParaRPr>
          </a:p>
        </p:txBody>
      </p:sp>
      <p:sp>
        <p:nvSpPr>
          <p:cNvPr id="8" name="Text Placeholder 30"/>
          <p:cNvSpPr txBox="1"/>
          <p:nvPr/>
        </p:nvSpPr>
        <p:spPr>
          <a:xfrm>
            <a:off x="4344988" y="1274763"/>
            <a:ext cx="3344862" cy="666750"/>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2000" dirty="0">
              <a:latin typeface="Trebuchet MS" panose="020B0603020202020204" charset="0"/>
            </a:endParaRPr>
          </a:p>
        </p:txBody>
      </p:sp>
      <p:pic>
        <p:nvPicPr>
          <p:cNvPr id="3" name="Picture 2"/>
          <p:cNvPicPr/>
          <p:nvPr/>
        </p:nvPicPr>
        <p:blipFill>
          <a:blip r:embed="rId2"/>
          <a:stretch>
            <a:fillRect/>
          </a:stretch>
        </p:blipFill>
        <p:spPr>
          <a:xfrm>
            <a:off x="180340" y="725805"/>
            <a:ext cx="4448175" cy="3592830"/>
          </a:xfrm>
          <a:prstGeom prst="rect">
            <a:avLst/>
          </a:prstGeom>
          <a:ln>
            <a:solidFill>
              <a:srgbClr val="FF0000"/>
            </a:solidFill>
          </a:ln>
        </p:spPr>
      </p:pic>
      <p:sp>
        <p:nvSpPr>
          <p:cNvPr id="5" name="Text Box 4"/>
          <p:cNvSpPr txBox="1"/>
          <p:nvPr/>
        </p:nvSpPr>
        <p:spPr>
          <a:xfrm>
            <a:off x="320675" y="4934585"/>
            <a:ext cx="4307840" cy="922020"/>
          </a:xfrm>
          <a:prstGeom prst="rect">
            <a:avLst/>
          </a:prstGeom>
          <a:noFill/>
        </p:spPr>
        <p:txBody>
          <a:bodyPr wrap="square" rtlCol="0">
            <a:spAutoFit/>
          </a:bodyPr>
          <a:p>
            <a:r>
              <a:rPr lang="en-IN" altLang="en-US"/>
              <a:t>Fig 3 : </a:t>
            </a:r>
            <a:r>
              <a:rPr lang="en-US" altLang="en-US"/>
              <a:t>Environmental conditions show clear variation across agricultural seasons.</a:t>
            </a:r>
            <a:endParaRPr lang="en-US" altLang="en-US"/>
          </a:p>
        </p:txBody>
      </p:sp>
      <p:pic>
        <p:nvPicPr>
          <p:cNvPr id="6" name="Picture 5"/>
          <p:cNvPicPr/>
          <p:nvPr/>
        </p:nvPicPr>
        <p:blipFill>
          <a:blip r:embed="rId3"/>
          <a:stretch>
            <a:fillRect/>
          </a:stretch>
        </p:blipFill>
        <p:spPr>
          <a:xfrm>
            <a:off x="4823460" y="725805"/>
            <a:ext cx="6625590" cy="2753360"/>
          </a:xfrm>
          <a:prstGeom prst="rect">
            <a:avLst/>
          </a:prstGeom>
          <a:ln>
            <a:solidFill>
              <a:srgbClr val="FF0000"/>
            </a:solidFill>
          </a:ln>
        </p:spPr>
      </p:pic>
      <p:sp>
        <p:nvSpPr>
          <p:cNvPr id="9" name="Text Box 8"/>
          <p:cNvSpPr txBox="1"/>
          <p:nvPr/>
        </p:nvSpPr>
        <p:spPr>
          <a:xfrm>
            <a:off x="4823460" y="3550920"/>
            <a:ext cx="6210300" cy="645160"/>
          </a:xfrm>
          <a:prstGeom prst="rect">
            <a:avLst/>
          </a:prstGeom>
          <a:noFill/>
        </p:spPr>
        <p:txBody>
          <a:bodyPr wrap="square" rtlCol="0">
            <a:spAutoFit/>
          </a:bodyPr>
          <a:p>
            <a:r>
              <a:rPr lang="en-IN" altLang="en-US"/>
              <a:t>Fig 4 : </a:t>
            </a:r>
            <a:r>
              <a:rPr lang="en-US" altLang="en-US"/>
              <a:t>Average water consumption differs across seasons, with Zaid showing the highest usage.</a:t>
            </a:r>
            <a:endParaRPr lang="en-US" altLang="en-US"/>
          </a:p>
        </p:txBody>
      </p:sp>
      <p:pic>
        <p:nvPicPr>
          <p:cNvPr id="11" name="Picture 10"/>
          <p:cNvPicPr/>
          <p:nvPr/>
        </p:nvPicPr>
        <p:blipFill>
          <a:blip r:embed="rId4"/>
          <a:stretch>
            <a:fillRect/>
          </a:stretch>
        </p:blipFill>
        <p:spPr>
          <a:xfrm>
            <a:off x="4701540" y="4196080"/>
            <a:ext cx="5268595" cy="2324100"/>
          </a:xfrm>
          <a:prstGeom prst="rect">
            <a:avLst/>
          </a:prstGeom>
          <a:ln>
            <a:solidFill>
              <a:srgbClr val="FF0000"/>
            </a:solidFill>
          </a:ln>
        </p:spPr>
      </p:pic>
      <p:sp>
        <p:nvSpPr>
          <p:cNvPr id="12" name="Text Box 11"/>
          <p:cNvSpPr txBox="1"/>
          <p:nvPr/>
        </p:nvSpPr>
        <p:spPr>
          <a:xfrm>
            <a:off x="10074910" y="4196080"/>
            <a:ext cx="1866900" cy="2324100"/>
          </a:xfrm>
          <a:prstGeom prst="rect">
            <a:avLst/>
          </a:prstGeom>
          <a:noFill/>
        </p:spPr>
        <p:txBody>
          <a:bodyPr wrap="square" rtlCol="0">
            <a:noAutofit/>
          </a:bodyPr>
          <a:p>
            <a:r>
              <a:rPr lang="en-IN" altLang="en-US"/>
              <a:t>Fig 5 : </a:t>
            </a:r>
            <a:r>
              <a:rPr lang="en-US" altLang="en-US"/>
              <a:t>Water-use efficiency varies across seasons, with Kharif showing the highest average efficiency.</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000000"/>
                                          </p:val>
                                        </p:tav>
                                        <p:tav tm="100000">
                                          <p:val>
                                            <p:strVal val="#ppt_w"/>
                                          </p:val>
                                        </p:tav>
                                      </p:tavLst>
                                    </p:anim>
                                    <p:anim calcmode="lin" valueType="num">
                                      <p:cBhvr>
                                        <p:cTn id="8" dur="500" fill="hold"/>
                                        <p:tgtEl>
                                          <p:spTgt spid="4"/>
                                        </p:tgtEl>
                                        <p:attrNameLst>
                                          <p:attrName>ppt_h</p:attrName>
                                        </p:attrNameLst>
                                      </p:cBhvr>
                                      <p:tavLst>
                                        <p:tav tm="0">
                                          <p:val>
                                            <p:fltVal val="0.00000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481" name="Picture 4"/>
          <p:cNvPicPr>
            <a:picLocks noChangeAspect="1"/>
          </p:cNvPicPr>
          <p:nvPr/>
        </p:nvPicPr>
        <p:blipFill>
          <a:blip r:embed="rId1"/>
          <a:srcRect t="96181"/>
          <a:stretch>
            <a:fillRect/>
          </a:stretch>
        </p:blipFill>
        <p:spPr>
          <a:xfrm>
            <a:off x="676275" y="6472238"/>
            <a:ext cx="2143125" cy="192087"/>
          </a:xfrm>
          <a:prstGeom prst="rect">
            <a:avLst/>
          </a:prstGeom>
          <a:noFill/>
          <a:ln w="9525">
            <a:noFill/>
          </a:ln>
        </p:spPr>
      </p:pic>
      <p:sp>
        <p:nvSpPr>
          <p:cNvPr id="4" name="Title 3"/>
          <p:cNvSpPr>
            <a:spLocks noGrp="1"/>
          </p:cNvSpPr>
          <p:nvPr>
            <p:ph type="title"/>
          </p:nvPr>
        </p:nvSpPr>
        <p:spPr>
          <a:xfrm>
            <a:off x="0" y="0"/>
            <a:ext cx="3589655" cy="831850"/>
          </a:xfrm>
        </p:spPr>
        <p:txBody>
          <a:bodyPr vert="horz" lIns="91440" tIns="45720" rIns="91440" bIns="45720" anchor="t" anchorCtr="0"/>
          <a:p>
            <a:pPr defTabSz="457200">
              <a:buNone/>
            </a:pPr>
            <a:r>
              <a:rPr lang="en-GB" altLang="en-US" kern="1200" dirty="0">
                <a:latin typeface="+mj-lt"/>
                <a:ea typeface="+mj-ea"/>
                <a:cs typeface="+mj-cs"/>
              </a:rPr>
              <a:t>RESULTS</a:t>
            </a:r>
            <a:r>
              <a:rPr lang="en-IN" altLang="en-GB" kern="1200" dirty="0">
                <a:latin typeface="+mj-lt"/>
                <a:ea typeface="+mj-ea"/>
                <a:cs typeface="+mj-cs"/>
              </a:rPr>
              <a:t> - C</a:t>
            </a:r>
            <a:r>
              <a:rPr lang="en-GB" altLang="en-US" kern="1200" dirty="0">
                <a:latin typeface="+mj-lt"/>
                <a:ea typeface="+mj-ea"/>
                <a:cs typeface="+mj-cs"/>
              </a:rPr>
              <a:t> </a:t>
            </a:r>
            <a:endParaRPr lang="en-IN" altLang="en-US" kern="1200" dirty="0">
              <a:latin typeface="+mj-lt"/>
              <a:ea typeface="+mj-ea"/>
              <a:cs typeface="+mj-cs"/>
            </a:endParaRPr>
          </a:p>
        </p:txBody>
      </p:sp>
      <p:sp>
        <p:nvSpPr>
          <p:cNvPr id="7" name="Text Placeholder 30"/>
          <p:cNvSpPr txBox="1"/>
          <p:nvPr/>
        </p:nvSpPr>
        <p:spPr>
          <a:xfrm>
            <a:off x="320675" y="1274763"/>
            <a:ext cx="3343275" cy="666750"/>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2000" dirty="0">
              <a:latin typeface="Trebuchet MS" panose="020B0603020202020204" charset="0"/>
            </a:endParaRPr>
          </a:p>
        </p:txBody>
      </p:sp>
      <p:sp>
        <p:nvSpPr>
          <p:cNvPr id="8" name="Text Placeholder 30"/>
          <p:cNvSpPr txBox="1"/>
          <p:nvPr/>
        </p:nvSpPr>
        <p:spPr>
          <a:xfrm>
            <a:off x="4344988" y="1274763"/>
            <a:ext cx="3344862" cy="666750"/>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2000" dirty="0">
              <a:latin typeface="Trebuchet MS" panose="020B0603020202020204" charset="0"/>
            </a:endParaRPr>
          </a:p>
        </p:txBody>
      </p:sp>
      <p:pic>
        <p:nvPicPr>
          <p:cNvPr id="3" name="Picture 2"/>
          <p:cNvPicPr/>
          <p:nvPr/>
        </p:nvPicPr>
        <p:blipFill>
          <a:blip r:embed="rId2"/>
          <a:stretch>
            <a:fillRect/>
          </a:stretch>
        </p:blipFill>
        <p:spPr>
          <a:xfrm>
            <a:off x="231775" y="831850"/>
            <a:ext cx="4694555" cy="3835400"/>
          </a:xfrm>
          <a:prstGeom prst="rect">
            <a:avLst/>
          </a:prstGeom>
          <a:ln>
            <a:solidFill>
              <a:srgbClr val="FF0000"/>
            </a:solidFill>
          </a:ln>
        </p:spPr>
      </p:pic>
      <p:sp>
        <p:nvSpPr>
          <p:cNvPr id="5" name="Text Box 4"/>
          <p:cNvSpPr txBox="1"/>
          <p:nvPr/>
        </p:nvSpPr>
        <p:spPr>
          <a:xfrm>
            <a:off x="231775" y="5063490"/>
            <a:ext cx="4438015" cy="922020"/>
          </a:xfrm>
          <a:prstGeom prst="rect">
            <a:avLst/>
          </a:prstGeom>
          <a:noFill/>
        </p:spPr>
        <p:txBody>
          <a:bodyPr wrap="square" rtlCol="0">
            <a:spAutoFit/>
          </a:bodyPr>
          <a:p>
            <a:r>
              <a:rPr lang="en-IN" altLang="en-US"/>
              <a:t>Fig 6 : </a:t>
            </a:r>
            <a:r>
              <a:rPr lang="en-US" altLang="en-US"/>
              <a:t>Crop yield varies across seasons, highlighting differences in seasonal crop performance.</a:t>
            </a:r>
            <a:endParaRPr lang="en-US" altLang="en-US"/>
          </a:p>
        </p:txBody>
      </p:sp>
      <p:pic>
        <p:nvPicPr>
          <p:cNvPr id="6" name="Picture 5"/>
          <p:cNvPicPr/>
          <p:nvPr/>
        </p:nvPicPr>
        <p:blipFill>
          <a:blip r:embed="rId3"/>
          <a:stretch>
            <a:fillRect/>
          </a:stretch>
        </p:blipFill>
        <p:spPr>
          <a:xfrm>
            <a:off x="5185410" y="831850"/>
            <a:ext cx="6339205" cy="2596515"/>
          </a:xfrm>
          <a:prstGeom prst="rect">
            <a:avLst/>
          </a:prstGeom>
          <a:ln>
            <a:solidFill>
              <a:srgbClr val="FF0000"/>
            </a:solidFill>
          </a:ln>
        </p:spPr>
      </p:pic>
      <p:sp>
        <p:nvSpPr>
          <p:cNvPr id="9" name="Text Box 8"/>
          <p:cNvSpPr txBox="1"/>
          <p:nvPr/>
        </p:nvSpPr>
        <p:spPr>
          <a:xfrm>
            <a:off x="5189220" y="3568065"/>
            <a:ext cx="6798310" cy="645160"/>
          </a:xfrm>
          <a:prstGeom prst="rect">
            <a:avLst/>
          </a:prstGeom>
          <a:noFill/>
        </p:spPr>
        <p:txBody>
          <a:bodyPr wrap="square" rtlCol="0">
            <a:spAutoFit/>
          </a:bodyPr>
          <a:p>
            <a:r>
              <a:rPr lang="en-IN" altLang="en-US"/>
              <a:t>Fig 7 : </a:t>
            </a:r>
            <a:r>
              <a:rPr lang="en-US" altLang="en-US"/>
              <a:t>Economic performance differs considerably across seasons, with Kharif showing the strongest average profitability.</a:t>
            </a:r>
            <a:endParaRPr lang="en-US" altLang="en-US"/>
          </a:p>
        </p:txBody>
      </p:sp>
      <p:pic>
        <p:nvPicPr>
          <p:cNvPr id="11" name="Picture 10"/>
          <p:cNvPicPr/>
          <p:nvPr/>
        </p:nvPicPr>
        <p:blipFill>
          <a:blip r:embed="rId4"/>
          <a:stretch>
            <a:fillRect/>
          </a:stretch>
        </p:blipFill>
        <p:spPr>
          <a:xfrm>
            <a:off x="5189220" y="4276725"/>
            <a:ext cx="4438015" cy="2195830"/>
          </a:xfrm>
          <a:prstGeom prst="rect">
            <a:avLst/>
          </a:prstGeom>
          <a:ln>
            <a:solidFill>
              <a:srgbClr val="FF0000"/>
            </a:solidFill>
          </a:ln>
        </p:spPr>
      </p:pic>
      <p:sp>
        <p:nvSpPr>
          <p:cNvPr id="12" name="Text Box 11"/>
          <p:cNvSpPr txBox="1"/>
          <p:nvPr/>
        </p:nvSpPr>
        <p:spPr>
          <a:xfrm>
            <a:off x="9831705" y="4498340"/>
            <a:ext cx="2167255" cy="1753235"/>
          </a:xfrm>
          <a:prstGeom prst="rect">
            <a:avLst/>
          </a:prstGeom>
          <a:noFill/>
        </p:spPr>
        <p:txBody>
          <a:bodyPr wrap="square" rtlCol="0">
            <a:spAutoFit/>
          </a:bodyPr>
          <a:p>
            <a:r>
              <a:rPr lang="en-IN" altLang="en-US"/>
              <a:t>Fig 8 : </a:t>
            </a:r>
            <a:r>
              <a:rPr lang="en-US" altLang="en-US"/>
              <a:t>Profitability varies across crops, revealing differences in economic performance.</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000000"/>
                                          </p:val>
                                        </p:tav>
                                        <p:tav tm="100000">
                                          <p:val>
                                            <p:strVal val="#ppt_w"/>
                                          </p:val>
                                        </p:tav>
                                      </p:tavLst>
                                    </p:anim>
                                    <p:anim calcmode="lin" valueType="num">
                                      <p:cBhvr>
                                        <p:cTn id="8" dur="500" fill="hold"/>
                                        <p:tgtEl>
                                          <p:spTgt spid="4"/>
                                        </p:tgtEl>
                                        <p:attrNameLst>
                                          <p:attrName>ppt_h</p:attrName>
                                        </p:attrNameLst>
                                      </p:cBhvr>
                                      <p:tavLst>
                                        <p:tav tm="0">
                                          <p:val>
                                            <p:fltVal val="0.00000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5" name="Picture 4"/>
          <p:cNvPicPr>
            <a:picLocks noChangeAspect="1"/>
          </p:cNvPicPr>
          <p:nvPr/>
        </p:nvPicPr>
        <p:blipFill>
          <a:blip r:embed="rId1"/>
          <a:srcRect t="96181"/>
          <a:stretch>
            <a:fillRect/>
          </a:stretch>
        </p:blipFill>
        <p:spPr>
          <a:xfrm>
            <a:off x="676275" y="6472238"/>
            <a:ext cx="2143125" cy="192087"/>
          </a:xfrm>
          <a:prstGeom prst="rect">
            <a:avLst/>
          </a:prstGeom>
          <a:noFill/>
          <a:ln w="9525">
            <a:noFill/>
          </a:ln>
        </p:spPr>
      </p:pic>
      <p:sp>
        <p:nvSpPr>
          <p:cNvPr id="4" name="Title 3"/>
          <p:cNvSpPr>
            <a:spLocks noGrp="1"/>
          </p:cNvSpPr>
          <p:nvPr>
            <p:ph type="title"/>
          </p:nvPr>
        </p:nvSpPr>
        <p:spPr>
          <a:xfrm>
            <a:off x="0" y="0"/>
            <a:ext cx="3732530" cy="831850"/>
          </a:xfrm>
        </p:spPr>
        <p:txBody>
          <a:bodyPr vert="horz" lIns="91440" tIns="45720" rIns="91440" bIns="45720" anchor="t" anchorCtr="0"/>
          <a:p>
            <a:pPr defTabSz="457200">
              <a:buNone/>
            </a:pPr>
            <a:r>
              <a:rPr lang="en-GB" altLang="en-US" kern="1200" dirty="0">
                <a:latin typeface="+mj-lt"/>
                <a:ea typeface="+mj-ea"/>
                <a:cs typeface="+mj-cs"/>
              </a:rPr>
              <a:t>RESULTS</a:t>
            </a:r>
            <a:r>
              <a:rPr lang="en-IN" altLang="en-GB" kern="1200" dirty="0">
                <a:latin typeface="+mj-lt"/>
                <a:ea typeface="+mj-ea"/>
                <a:cs typeface="+mj-cs"/>
              </a:rPr>
              <a:t> - D</a:t>
            </a:r>
            <a:r>
              <a:rPr lang="en-GB" altLang="en-US" kern="1200" dirty="0">
                <a:latin typeface="+mj-lt"/>
                <a:ea typeface="+mj-ea"/>
                <a:cs typeface="+mj-cs"/>
              </a:rPr>
              <a:t> </a:t>
            </a:r>
            <a:endParaRPr lang="en-IN" altLang="en-US" kern="1200" dirty="0">
              <a:latin typeface="+mj-lt"/>
              <a:ea typeface="+mj-ea"/>
              <a:cs typeface="+mj-cs"/>
            </a:endParaRPr>
          </a:p>
        </p:txBody>
      </p:sp>
      <p:sp>
        <p:nvSpPr>
          <p:cNvPr id="7" name="Text Placeholder 30"/>
          <p:cNvSpPr txBox="1"/>
          <p:nvPr/>
        </p:nvSpPr>
        <p:spPr>
          <a:xfrm>
            <a:off x="320675" y="1274763"/>
            <a:ext cx="3343275" cy="666750"/>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2000" dirty="0">
              <a:latin typeface="Trebuchet MS" panose="020B0603020202020204" charset="0"/>
            </a:endParaRPr>
          </a:p>
        </p:txBody>
      </p:sp>
      <p:sp>
        <p:nvSpPr>
          <p:cNvPr id="8" name="Text Placeholder 30"/>
          <p:cNvSpPr txBox="1"/>
          <p:nvPr/>
        </p:nvSpPr>
        <p:spPr>
          <a:xfrm>
            <a:off x="4344988" y="1274763"/>
            <a:ext cx="3344862" cy="666750"/>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2000" dirty="0">
              <a:latin typeface="Trebuchet MS" panose="020B0603020202020204" charset="0"/>
            </a:endParaRPr>
          </a:p>
        </p:txBody>
      </p:sp>
      <p:pic>
        <p:nvPicPr>
          <p:cNvPr id="3" name="Picture 2"/>
          <p:cNvPicPr/>
          <p:nvPr/>
        </p:nvPicPr>
        <p:blipFill>
          <a:blip r:embed="rId2"/>
          <a:stretch>
            <a:fillRect/>
          </a:stretch>
        </p:blipFill>
        <p:spPr>
          <a:xfrm>
            <a:off x="499745" y="831850"/>
            <a:ext cx="5527040" cy="4425950"/>
          </a:xfrm>
          <a:prstGeom prst="rect">
            <a:avLst/>
          </a:prstGeom>
          <a:ln>
            <a:solidFill>
              <a:srgbClr val="FF0000"/>
            </a:solidFill>
          </a:ln>
        </p:spPr>
      </p:pic>
      <p:sp>
        <p:nvSpPr>
          <p:cNvPr id="5" name="Text Box 4"/>
          <p:cNvSpPr txBox="1"/>
          <p:nvPr/>
        </p:nvSpPr>
        <p:spPr>
          <a:xfrm>
            <a:off x="542925" y="5662930"/>
            <a:ext cx="5687060" cy="645160"/>
          </a:xfrm>
          <a:prstGeom prst="rect">
            <a:avLst/>
          </a:prstGeom>
          <a:noFill/>
        </p:spPr>
        <p:txBody>
          <a:bodyPr wrap="square" rtlCol="0">
            <a:spAutoFit/>
          </a:bodyPr>
          <a:p>
            <a:r>
              <a:rPr lang="en-IN" altLang="en-US"/>
              <a:t>Fig 9 : </a:t>
            </a:r>
            <a:r>
              <a:rPr lang="en-US" altLang="en-US"/>
              <a:t>The scatter plots examine relationships between environmental conditions and crop yield.</a:t>
            </a:r>
            <a:endParaRPr lang="en-US" altLang="en-US"/>
          </a:p>
        </p:txBody>
      </p:sp>
      <p:pic>
        <p:nvPicPr>
          <p:cNvPr id="6" name="Picture 5"/>
          <p:cNvPicPr/>
          <p:nvPr/>
        </p:nvPicPr>
        <p:blipFill>
          <a:blip r:embed="rId3"/>
          <a:stretch>
            <a:fillRect/>
          </a:stretch>
        </p:blipFill>
        <p:spPr>
          <a:xfrm>
            <a:off x="6396355" y="831850"/>
            <a:ext cx="5453380" cy="4426585"/>
          </a:xfrm>
          <a:prstGeom prst="rect">
            <a:avLst/>
          </a:prstGeom>
          <a:ln>
            <a:solidFill>
              <a:srgbClr val="FF0000"/>
            </a:solidFill>
          </a:ln>
        </p:spPr>
      </p:pic>
      <p:sp>
        <p:nvSpPr>
          <p:cNvPr id="9" name="Text Box 8"/>
          <p:cNvSpPr txBox="1"/>
          <p:nvPr/>
        </p:nvSpPr>
        <p:spPr>
          <a:xfrm>
            <a:off x="6511290" y="5540375"/>
            <a:ext cx="5339080" cy="922020"/>
          </a:xfrm>
          <a:prstGeom prst="rect">
            <a:avLst/>
          </a:prstGeom>
          <a:noFill/>
        </p:spPr>
        <p:txBody>
          <a:bodyPr wrap="square" rtlCol="0">
            <a:spAutoFit/>
          </a:bodyPr>
          <a:p>
            <a:r>
              <a:rPr lang="en-IN" altLang="en-US"/>
              <a:t>Fig 10 : </a:t>
            </a:r>
            <a:r>
              <a:rPr lang="en-US" altLang="en-US"/>
              <a:t>Correlation analysis highlights relationships among farming inputs, environmental factors and agricultural outcomes.</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000000"/>
                                          </p:val>
                                        </p:tav>
                                        <p:tav tm="100000">
                                          <p:val>
                                            <p:strVal val="#ppt_w"/>
                                          </p:val>
                                        </p:tav>
                                      </p:tavLst>
                                    </p:anim>
                                    <p:anim calcmode="lin" valueType="num">
                                      <p:cBhvr>
                                        <p:cTn id="8" dur="500" fill="hold"/>
                                        <p:tgtEl>
                                          <p:spTgt spid="4"/>
                                        </p:tgtEl>
                                        <p:attrNameLst>
                                          <p:attrName>ppt_h</p:attrName>
                                        </p:attrNameLst>
                                      </p:cBhvr>
                                      <p:tavLst>
                                        <p:tav tm="0">
                                          <p:val>
                                            <p:fltVal val="0.00000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529" name="Picture 4"/>
          <p:cNvPicPr>
            <a:picLocks noChangeAspect="1"/>
          </p:cNvPicPr>
          <p:nvPr/>
        </p:nvPicPr>
        <p:blipFill>
          <a:blip r:embed="rId1"/>
          <a:srcRect t="96181"/>
          <a:stretch>
            <a:fillRect/>
          </a:stretch>
        </p:blipFill>
        <p:spPr>
          <a:xfrm>
            <a:off x="676275" y="6472238"/>
            <a:ext cx="2143125" cy="192087"/>
          </a:xfrm>
          <a:prstGeom prst="rect">
            <a:avLst/>
          </a:prstGeom>
          <a:noFill/>
          <a:ln w="9525">
            <a:noFill/>
          </a:ln>
        </p:spPr>
      </p:pic>
      <p:sp>
        <p:nvSpPr>
          <p:cNvPr id="4" name="Title 3"/>
          <p:cNvSpPr>
            <a:spLocks noGrp="1"/>
          </p:cNvSpPr>
          <p:nvPr>
            <p:ph type="title"/>
          </p:nvPr>
        </p:nvSpPr>
        <p:spPr>
          <a:xfrm>
            <a:off x="0" y="0"/>
            <a:ext cx="4345305" cy="831850"/>
          </a:xfrm>
        </p:spPr>
        <p:txBody>
          <a:bodyPr vert="horz" lIns="91440" tIns="45720" rIns="91440" bIns="45720" anchor="t" anchorCtr="0"/>
          <a:p>
            <a:pPr defTabSz="457200">
              <a:buNone/>
            </a:pPr>
            <a:r>
              <a:rPr lang="en-GB" altLang="en-US" kern="1200" dirty="0">
                <a:latin typeface="+mj-lt"/>
                <a:ea typeface="+mj-ea"/>
                <a:cs typeface="+mj-cs"/>
              </a:rPr>
              <a:t>RESULTS</a:t>
            </a:r>
            <a:r>
              <a:rPr lang="en-IN" altLang="en-GB" kern="1200" dirty="0">
                <a:latin typeface="+mj-lt"/>
                <a:ea typeface="+mj-ea"/>
                <a:cs typeface="+mj-cs"/>
              </a:rPr>
              <a:t> - E</a:t>
            </a:r>
            <a:r>
              <a:rPr lang="en-GB" altLang="en-US" kern="1200" dirty="0">
                <a:latin typeface="+mj-lt"/>
                <a:ea typeface="+mj-ea"/>
                <a:cs typeface="+mj-cs"/>
              </a:rPr>
              <a:t> </a:t>
            </a:r>
            <a:endParaRPr lang="en-IN" altLang="en-US" kern="1200" dirty="0">
              <a:latin typeface="+mj-lt"/>
              <a:ea typeface="+mj-ea"/>
              <a:cs typeface="+mj-cs"/>
            </a:endParaRPr>
          </a:p>
        </p:txBody>
      </p:sp>
      <p:sp>
        <p:nvSpPr>
          <p:cNvPr id="7" name="Text Placeholder 30"/>
          <p:cNvSpPr txBox="1"/>
          <p:nvPr/>
        </p:nvSpPr>
        <p:spPr>
          <a:xfrm>
            <a:off x="320675" y="1274763"/>
            <a:ext cx="3343275" cy="666750"/>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2000" dirty="0">
              <a:latin typeface="Trebuchet MS" panose="020B0603020202020204" charset="0"/>
            </a:endParaRPr>
          </a:p>
        </p:txBody>
      </p:sp>
      <p:sp>
        <p:nvSpPr>
          <p:cNvPr id="8" name="Text Placeholder 30"/>
          <p:cNvSpPr txBox="1"/>
          <p:nvPr/>
        </p:nvSpPr>
        <p:spPr>
          <a:xfrm>
            <a:off x="4344988" y="1274763"/>
            <a:ext cx="3344862" cy="666750"/>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2000" dirty="0">
              <a:latin typeface="Trebuchet MS" panose="020B0603020202020204" charset="0"/>
            </a:endParaRPr>
          </a:p>
        </p:txBody>
      </p:sp>
      <p:pic>
        <p:nvPicPr>
          <p:cNvPr id="3" name="Picture 2"/>
          <p:cNvPicPr>
            <a:picLocks noChangeAspect="1"/>
          </p:cNvPicPr>
          <p:nvPr/>
        </p:nvPicPr>
        <p:blipFill>
          <a:blip r:embed="rId2"/>
          <a:stretch>
            <a:fillRect/>
          </a:stretch>
        </p:blipFill>
        <p:spPr>
          <a:xfrm>
            <a:off x="5166360" y="789940"/>
            <a:ext cx="6030595" cy="2293620"/>
          </a:xfrm>
          <a:prstGeom prst="rect">
            <a:avLst/>
          </a:prstGeom>
          <a:ln>
            <a:solidFill>
              <a:srgbClr val="FF0000"/>
            </a:solidFill>
          </a:ln>
        </p:spPr>
      </p:pic>
      <p:sp>
        <p:nvSpPr>
          <p:cNvPr id="5" name="Text Box 4"/>
          <p:cNvSpPr txBox="1"/>
          <p:nvPr/>
        </p:nvSpPr>
        <p:spPr>
          <a:xfrm>
            <a:off x="5166360" y="3083560"/>
            <a:ext cx="6031230" cy="645160"/>
          </a:xfrm>
          <a:prstGeom prst="rect">
            <a:avLst/>
          </a:prstGeom>
          <a:noFill/>
        </p:spPr>
        <p:txBody>
          <a:bodyPr wrap="square" rtlCol="0">
            <a:spAutoFit/>
          </a:bodyPr>
          <a:p>
            <a:r>
              <a:rPr lang="en-IN" altLang="en-US"/>
              <a:t>Fig 11 : </a:t>
            </a:r>
            <a:r>
              <a:rPr lang="en-US" altLang="en-US"/>
              <a:t>Statistical tests evaluate whether observed differences between seasons are significant.</a:t>
            </a:r>
            <a:endParaRPr lang="en-US" altLang="en-US"/>
          </a:p>
        </p:txBody>
      </p:sp>
      <p:pic>
        <p:nvPicPr>
          <p:cNvPr id="9" name="Picture 8"/>
          <p:cNvPicPr/>
          <p:nvPr/>
        </p:nvPicPr>
        <p:blipFill>
          <a:blip r:embed="rId3"/>
          <a:stretch>
            <a:fillRect/>
          </a:stretch>
        </p:blipFill>
        <p:spPr>
          <a:xfrm>
            <a:off x="130810" y="831850"/>
            <a:ext cx="4761230" cy="4940300"/>
          </a:xfrm>
          <a:prstGeom prst="rect">
            <a:avLst/>
          </a:prstGeom>
          <a:ln>
            <a:solidFill>
              <a:srgbClr val="FF0000"/>
            </a:solidFill>
          </a:ln>
        </p:spPr>
      </p:pic>
      <p:sp>
        <p:nvSpPr>
          <p:cNvPr id="11" name="Text Box 10"/>
          <p:cNvSpPr txBox="1"/>
          <p:nvPr/>
        </p:nvSpPr>
        <p:spPr>
          <a:xfrm>
            <a:off x="130810" y="5909945"/>
            <a:ext cx="4538345" cy="645160"/>
          </a:xfrm>
          <a:prstGeom prst="rect">
            <a:avLst/>
          </a:prstGeom>
          <a:noFill/>
        </p:spPr>
        <p:txBody>
          <a:bodyPr wrap="square" rtlCol="0">
            <a:spAutoFit/>
          </a:bodyPr>
          <a:p>
            <a:r>
              <a:rPr lang="en-IN" altLang="en-US"/>
              <a:t>Fig 11 : Mean water efficiency by Irrigation Method and Season</a:t>
            </a:r>
            <a:endParaRPr lang="en-IN" altLang="en-US"/>
          </a:p>
        </p:txBody>
      </p:sp>
      <p:pic>
        <p:nvPicPr>
          <p:cNvPr id="12" name="Picture 11"/>
          <p:cNvPicPr/>
          <p:nvPr/>
        </p:nvPicPr>
        <p:blipFill>
          <a:blip r:embed="rId4"/>
          <a:stretch>
            <a:fillRect/>
          </a:stretch>
        </p:blipFill>
        <p:spPr>
          <a:xfrm>
            <a:off x="5165725" y="3771900"/>
            <a:ext cx="4457065" cy="2753360"/>
          </a:xfrm>
          <a:prstGeom prst="rect">
            <a:avLst/>
          </a:prstGeom>
          <a:ln>
            <a:solidFill>
              <a:srgbClr val="FF0000"/>
            </a:solidFill>
          </a:ln>
        </p:spPr>
      </p:pic>
      <p:sp>
        <p:nvSpPr>
          <p:cNvPr id="13" name="Text Box 12"/>
          <p:cNvSpPr txBox="1"/>
          <p:nvPr/>
        </p:nvSpPr>
        <p:spPr>
          <a:xfrm>
            <a:off x="9897110" y="4034790"/>
            <a:ext cx="1919605" cy="2056130"/>
          </a:xfrm>
          <a:prstGeom prst="rect">
            <a:avLst/>
          </a:prstGeom>
          <a:noFill/>
        </p:spPr>
        <p:txBody>
          <a:bodyPr wrap="square" rtlCol="0">
            <a:noAutofit/>
          </a:bodyPr>
          <a:p>
            <a:r>
              <a:rPr lang="en-IN" altLang="en-US"/>
              <a:t>Fig 12 : Standardised Seasonal Profile (Relative to the three season mean</a:t>
            </a:r>
            <a:endParaRPr lang="en-I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000000"/>
                                          </p:val>
                                        </p:tav>
                                        <p:tav tm="100000">
                                          <p:val>
                                            <p:strVal val="#ppt_w"/>
                                          </p:val>
                                        </p:tav>
                                      </p:tavLst>
                                    </p:anim>
                                    <p:anim calcmode="lin" valueType="num">
                                      <p:cBhvr>
                                        <p:cTn id="8" dur="500" fill="hold"/>
                                        <p:tgtEl>
                                          <p:spTgt spid="4"/>
                                        </p:tgtEl>
                                        <p:attrNameLst>
                                          <p:attrName>ppt_h</p:attrName>
                                        </p:attrNameLst>
                                      </p:cBhvr>
                                      <p:tavLst>
                                        <p:tav tm="0">
                                          <p:val>
                                            <p:fltVal val="0.00000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553" name="Picture 4"/>
          <p:cNvPicPr>
            <a:picLocks noChangeAspect="1"/>
          </p:cNvPicPr>
          <p:nvPr/>
        </p:nvPicPr>
        <p:blipFill>
          <a:blip r:embed="rId1"/>
          <a:srcRect t="96181"/>
          <a:stretch>
            <a:fillRect/>
          </a:stretch>
        </p:blipFill>
        <p:spPr>
          <a:xfrm>
            <a:off x="676275" y="6472238"/>
            <a:ext cx="2143125" cy="192087"/>
          </a:xfrm>
          <a:prstGeom prst="rect">
            <a:avLst/>
          </a:prstGeom>
          <a:noFill/>
          <a:ln w="9525">
            <a:noFill/>
          </a:ln>
        </p:spPr>
      </p:pic>
      <p:sp>
        <p:nvSpPr>
          <p:cNvPr id="4" name="Title 3"/>
          <p:cNvSpPr>
            <a:spLocks noGrp="1"/>
          </p:cNvSpPr>
          <p:nvPr>
            <p:ph type="title"/>
          </p:nvPr>
        </p:nvSpPr>
        <p:spPr>
          <a:xfrm>
            <a:off x="164465" y="65088"/>
            <a:ext cx="4735513" cy="831850"/>
          </a:xfrm>
        </p:spPr>
        <p:txBody>
          <a:bodyPr vert="horz" lIns="91440" tIns="45720" rIns="91440" bIns="45720" anchor="t" anchorCtr="0"/>
          <a:p>
            <a:pPr defTabSz="457200">
              <a:buNone/>
            </a:pPr>
            <a:r>
              <a:rPr lang="en-IN" altLang="en-US" sz="4000" kern="1200" dirty="0">
                <a:latin typeface="+mj-lt"/>
                <a:ea typeface="+mj-ea"/>
                <a:cs typeface="+mj-cs"/>
              </a:rPr>
              <a:t>Future scope</a:t>
            </a:r>
            <a:endParaRPr lang="en-IN" altLang="en-US" sz="4000" kern="1200" dirty="0">
              <a:latin typeface="+mj-lt"/>
              <a:ea typeface="+mj-ea"/>
              <a:cs typeface="+mj-cs"/>
            </a:endParaRPr>
          </a:p>
        </p:txBody>
      </p:sp>
      <p:sp>
        <p:nvSpPr>
          <p:cNvPr id="8" name="Text Placeholder 30"/>
          <p:cNvSpPr txBox="1"/>
          <p:nvPr/>
        </p:nvSpPr>
        <p:spPr>
          <a:xfrm>
            <a:off x="4344988" y="1274763"/>
            <a:ext cx="3344862" cy="666750"/>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2000" dirty="0">
              <a:latin typeface="Trebuchet MS" panose="020B0603020202020204" charset="0"/>
            </a:endParaRPr>
          </a:p>
        </p:txBody>
      </p:sp>
      <p:sp>
        <p:nvSpPr>
          <p:cNvPr id="2" name="Text Box 1"/>
          <p:cNvSpPr txBox="1"/>
          <p:nvPr/>
        </p:nvSpPr>
        <p:spPr>
          <a:xfrm>
            <a:off x="278130" y="753110"/>
            <a:ext cx="4622165" cy="5351145"/>
          </a:xfrm>
          <a:prstGeom prst="rect">
            <a:avLst/>
          </a:prstGeom>
          <a:noFill/>
        </p:spPr>
        <p:txBody>
          <a:bodyPr wrap="square" rtlCol="0">
            <a:noAutofit/>
          </a:bodyPr>
          <a:p>
            <a:r>
              <a:rPr lang="en-US" altLang="en-US" b="1">
                <a:sym typeface="+mn-ea"/>
              </a:rPr>
              <a:t>Real-Time Weather Integration</a:t>
            </a:r>
            <a:endParaRPr lang="en-US" altLang="en-US" b="1"/>
          </a:p>
          <a:p>
            <a:r>
              <a:rPr lang="en-US" altLang="en-US">
                <a:sym typeface="+mn-ea"/>
              </a:rPr>
              <a:t>Integrate live weather information such as rainfall, temperature and humidity to monitor changing seasonal conditions.</a:t>
            </a:r>
            <a:endParaRPr lang="en-US" altLang="en-US"/>
          </a:p>
          <a:p>
            <a:endParaRPr lang="en-US" altLang="en-US"/>
          </a:p>
          <a:p>
            <a:r>
              <a:rPr lang="en-US" altLang="en-US" b="1">
                <a:sym typeface="+mn-ea"/>
              </a:rPr>
              <a:t>Predictive Analytics</a:t>
            </a:r>
            <a:endParaRPr lang="en-US" altLang="en-US"/>
          </a:p>
          <a:p>
            <a:r>
              <a:rPr lang="en-US" altLang="en-US">
                <a:sym typeface="+mn-ea"/>
              </a:rPr>
              <a:t>Develop machine-learning models to predict:</a:t>
            </a:r>
            <a:endParaRPr lang="en-US" altLang="en-US"/>
          </a:p>
          <a:p>
            <a:pPr marL="285750" indent="-285750">
              <a:buFont typeface="Arial" panose="020B0604020202020204" pitchFamily="34" charset="0"/>
              <a:buChar char="•"/>
            </a:pPr>
            <a:r>
              <a:rPr lang="en-US" altLang="en-US">
                <a:sym typeface="+mn-ea"/>
              </a:rPr>
              <a:t>Crop yield</a:t>
            </a:r>
            <a:endParaRPr lang="en-US" altLang="en-US"/>
          </a:p>
          <a:p>
            <a:pPr marL="285750" indent="-285750">
              <a:buFont typeface="Arial" panose="020B0604020202020204" pitchFamily="34" charset="0"/>
              <a:buChar char="•"/>
            </a:pPr>
            <a:r>
              <a:rPr lang="en-US" altLang="en-US">
                <a:sym typeface="+mn-ea"/>
              </a:rPr>
              <a:t>Production</a:t>
            </a:r>
            <a:endParaRPr lang="en-US" altLang="en-US"/>
          </a:p>
          <a:p>
            <a:pPr marL="285750" indent="-285750">
              <a:buFont typeface="Arial" panose="020B0604020202020204" pitchFamily="34" charset="0"/>
              <a:buChar char="•"/>
            </a:pPr>
            <a:r>
              <a:rPr lang="en-US" altLang="en-US">
                <a:sym typeface="+mn-ea"/>
              </a:rPr>
              <a:t>Profitability</a:t>
            </a:r>
            <a:endParaRPr lang="en-US" altLang="en-US"/>
          </a:p>
          <a:p>
            <a:pPr marL="285750" indent="-285750">
              <a:buFont typeface="Arial" panose="020B0604020202020204" pitchFamily="34" charset="0"/>
              <a:buChar char="•"/>
            </a:pPr>
            <a:r>
              <a:rPr lang="en-US" altLang="en-US">
                <a:sym typeface="+mn-ea"/>
              </a:rPr>
              <a:t>Disease/pest risk</a:t>
            </a:r>
            <a:endParaRPr lang="en-US" altLang="en-US">
              <a:sym typeface="+mn-ea"/>
            </a:endParaRPr>
          </a:p>
          <a:p>
            <a:pPr marL="285750" indent="-285750">
              <a:buFont typeface="Arial" panose="020B0604020202020204" pitchFamily="34" charset="0"/>
              <a:buChar char="•"/>
            </a:pPr>
            <a:endParaRPr lang="en-US" altLang="en-US">
              <a:sym typeface="+mn-ea"/>
            </a:endParaRPr>
          </a:p>
          <a:p>
            <a:pPr>
              <a:buFont typeface="Arial" panose="020B0604020202020204" pitchFamily="34" charset="0"/>
            </a:pPr>
            <a:r>
              <a:rPr lang="en-US" altLang="en-US" b="1">
                <a:sym typeface="+mn-ea"/>
              </a:rPr>
              <a:t>Crop Recommendation</a:t>
            </a:r>
            <a:endParaRPr lang="en-US" altLang="en-US"/>
          </a:p>
          <a:p>
            <a:pPr>
              <a:buFont typeface="Arial" panose="020B0604020202020204" pitchFamily="34" charset="0"/>
            </a:pPr>
            <a:r>
              <a:rPr lang="en-US" altLang="en-US">
                <a:sym typeface="+mn-ea"/>
              </a:rPr>
              <a:t>Recommend suitable crops based on:</a:t>
            </a:r>
            <a:endParaRPr lang="en-US" altLang="en-US"/>
          </a:p>
          <a:p>
            <a:pPr marL="285750" indent="-285750">
              <a:buFont typeface="Arial" panose="020B0604020202020204" pitchFamily="34" charset="0"/>
              <a:buChar char="•"/>
            </a:pPr>
            <a:r>
              <a:rPr lang="en-US" altLang="en-US">
                <a:sym typeface="+mn-ea"/>
              </a:rPr>
              <a:t>Season</a:t>
            </a:r>
            <a:endParaRPr lang="en-US" altLang="en-US"/>
          </a:p>
          <a:p>
            <a:pPr marL="285750" indent="-285750">
              <a:buFont typeface="Arial" panose="020B0604020202020204" pitchFamily="34" charset="0"/>
              <a:buChar char="•"/>
            </a:pPr>
            <a:r>
              <a:rPr lang="en-US" altLang="en-US">
                <a:sym typeface="+mn-ea"/>
              </a:rPr>
              <a:t>Soil conditions</a:t>
            </a:r>
            <a:endParaRPr lang="en-US" altLang="en-US"/>
          </a:p>
          <a:p>
            <a:pPr marL="285750" indent="-285750">
              <a:buFont typeface="Arial" panose="020B0604020202020204" pitchFamily="34" charset="0"/>
              <a:buChar char="•"/>
            </a:pPr>
            <a:r>
              <a:rPr lang="en-US" altLang="en-US">
                <a:sym typeface="+mn-ea"/>
              </a:rPr>
              <a:t>Weather</a:t>
            </a:r>
            <a:endParaRPr lang="en-US" altLang="en-US"/>
          </a:p>
          <a:p>
            <a:pPr marL="285750" indent="-285750">
              <a:buFont typeface="Arial" panose="020B0604020202020204" pitchFamily="34" charset="0"/>
              <a:buChar char="•"/>
            </a:pPr>
            <a:r>
              <a:rPr lang="en-US" altLang="en-US">
                <a:sym typeface="+mn-ea"/>
              </a:rPr>
              <a:t>Water availability</a:t>
            </a:r>
            <a:endParaRPr lang="en-US" altLang="en-US"/>
          </a:p>
          <a:p>
            <a:pPr marL="285750" indent="-285750">
              <a:buFont typeface="Arial" panose="020B0604020202020204" pitchFamily="34" charset="0"/>
              <a:buChar char="•"/>
            </a:pPr>
            <a:r>
              <a:rPr lang="en-US" altLang="en-US">
                <a:sym typeface="+mn-ea"/>
              </a:rPr>
              <a:t>Historical performance</a:t>
            </a:r>
            <a:endParaRPr lang="en-US" altLang="en-US"/>
          </a:p>
          <a:p>
            <a:endParaRPr lang="en-US" altLang="en-US">
              <a:sym typeface="+mn-ea"/>
            </a:endParaRPr>
          </a:p>
          <a:p>
            <a:endParaRPr lang="en-US"/>
          </a:p>
        </p:txBody>
      </p:sp>
      <p:sp>
        <p:nvSpPr>
          <p:cNvPr id="5" name="Text Box 4"/>
          <p:cNvSpPr txBox="1"/>
          <p:nvPr/>
        </p:nvSpPr>
        <p:spPr>
          <a:xfrm>
            <a:off x="5488940" y="753110"/>
            <a:ext cx="5725160" cy="5482590"/>
          </a:xfrm>
          <a:prstGeom prst="rect">
            <a:avLst/>
          </a:prstGeom>
          <a:noFill/>
        </p:spPr>
        <p:txBody>
          <a:bodyPr wrap="square" rtlCol="0">
            <a:noAutofit/>
          </a:bodyPr>
          <a:p>
            <a:pPr>
              <a:buFont typeface="Arial" panose="020B0604020202020204" pitchFamily="34" charset="0"/>
            </a:pPr>
            <a:r>
              <a:rPr lang="en-US" altLang="en-US" b="1">
                <a:sym typeface="+mn-ea"/>
              </a:rPr>
              <a:t>Smart Resource Optimization</a:t>
            </a:r>
            <a:endParaRPr lang="en-US" altLang="en-US"/>
          </a:p>
          <a:p>
            <a:pPr>
              <a:buFont typeface="Arial" panose="020B0604020202020204" pitchFamily="34" charset="0"/>
            </a:pPr>
            <a:r>
              <a:rPr lang="en-US" altLang="en-US">
                <a:sym typeface="+mn-ea"/>
              </a:rPr>
              <a:t>Develop systems to recommend efficient irrigation and fertilizer usage based on crop and environmental conditions.</a:t>
            </a:r>
            <a:endParaRPr lang="en-US" altLang="en-US"/>
          </a:p>
          <a:p>
            <a:pPr>
              <a:buFont typeface="Arial" panose="020B0604020202020204" pitchFamily="34" charset="0"/>
            </a:pPr>
            <a:endParaRPr lang="en-US" altLang="en-US"/>
          </a:p>
          <a:p>
            <a:pPr>
              <a:buFont typeface="Arial" panose="020B0604020202020204" pitchFamily="34" charset="0"/>
            </a:pPr>
            <a:r>
              <a:rPr lang="en-US" altLang="en-US" b="1">
                <a:sym typeface="+mn-ea"/>
              </a:rPr>
              <a:t>Regional-Level Analysis</a:t>
            </a:r>
            <a:endParaRPr lang="en-US" altLang="en-US"/>
          </a:p>
          <a:p>
            <a:pPr>
              <a:buFont typeface="Arial" panose="020B0604020202020204" pitchFamily="34" charset="0"/>
            </a:pPr>
            <a:r>
              <a:rPr lang="en-US" altLang="en-US">
                <a:sym typeface="+mn-ea"/>
              </a:rPr>
              <a:t>Extend the analysis to identify high-performing and low-performing regions and understand geographical variations.</a:t>
            </a:r>
            <a:endParaRPr lang="en-US" altLang="en-US"/>
          </a:p>
          <a:p>
            <a:pPr>
              <a:buFont typeface="Arial" panose="020B0604020202020204" pitchFamily="34" charset="0"/>
            </a:pPr>
            <a:endParaRPr lang="en-US" altLang="en-US"/>
          </a:p>
          <a:p>
            <a:pPr>
              <a:buFont typeface="Arial" panose="020B0604020202020204" pitchFamily="34" charset="0"/>
            </a:pPr>
            <a:r>
              <a:rPr lang="en-US" altLang="en-US" b="1">
                <a:sym typeface="+mn-ea"/>
              </a:rPr>
              <a:t>Decision-Support Dashboard</a:t>
            </a:r>
            <a:endParaRPr lang="en-US" altLang="en-US"/>
          </a:p>
          <a:p>
            <a:pPr>
              <a:buFont typeface="Arial" panose="020B0604020202020204" pitchFamily="34" charset="0"/>
            </a:pPr>
            <a:r>
              <a:rPr lang="en-US" altLang="en-US">
                <a:sym typeface="+mn-ea"/>
              </a:rPr>
              <a:t>Develop an interactive dashboard that provides farmers and agricultural planners with real-time insights, comparisons and recommendations.</a:t>
            </a:r>
            <a:endParaRPr lang="en-US" altLang="en-US">
              <a:sym typeface="+mn-ea"/>
            </a:endParaRPr>
          </a:p>
          <a:p>
            <a:pPr>
              <a:buFont typeface="Arial" panose="020B0604020202020204" pitchFamily="34" charset="0"/>
            </a:pPr>
            <a:endParaRPr lang="en-US" altLang="en-US">
              <a:sym typeface="+mn-ea"/>
            </a:endParaRPr>
          </a:p>
          <a:p>
            <a:pPr>
              <a:buFont typeface="Arial" panose="020B0604020202020204" pitchFamily="34" charset="0"/>
            </a:pPr>
            <a:endParaRPr lang="en-US" altLang="en-US"/>
          </a:p>
          <a:p>
            <a:pPr>
              <a:buFont typeface="Arial" panose="020B0604020202020204" pitchFamily="34" charset="0"/>
            </a:pPr>
            <a:r>
              <a:rPr lang="en-US" altLang="en-US">
                <a:solidFill>
                  <a:srgbClr val="FF0000"/>
                </a:solidFill>
              </a:rPr>
              <a:t>Transform the analytical model into an intelligent, data-driven agricultural decision-support system for better seasonal planning and resource management.</a:t>
            </a:r>
            <a:endParaRPr lang="en-US" altLang="en-US">
              <a:solidFill>
                <a:srgbClr val="FF0000"/>
              </a:solidFill>
            </a:endParaRPr>
          </a:p>
          <a:p>
            <a:pPr>
              <a:buFont typeface="Arial" panose="020B0604020202020204" pitchFamily="34" charset="0"/>
            </a:pPr>
            <a:endParaRPr lang="en-US" altLang="en-US"/>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000000"/>
                                          </p:val>
                                        </p:tav>
                                        <p:tav tm="100000">
                                          <p:val>
                                            <p:strVal val="#ppt_w"/>
                                          </p:val>
                                        </p:tav>
                                      </p:tavLst>
                                    </p:anim>
                                    <p:anim calcmode="lin" valueType="num">
                                      <p:cBhvr>
                                        <p:cTn id="8" dur="500" fill="hold"/>
                                        <p:tgtEl>
                                          <p:spTgt spid="4"/>
                                        </p:tgtEl>
                                        <p:attrNameLst>
                                          <p:attrName>ppt_h</p:attrName>
                                        </p:attrNameLst>
                                      </p:cBhvr>
                                      <p:tavLst>
                                        <p:tav tm="0">
                                          <p:val>
                                            <p:fltVal val="0.00000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577" name="Picture 4"/>
          <p:cNvPicPr>
            <a:picLocks noChangeAspect="1"/>
          </p:cNvPicPr>
          <p:nvPr/>
        </p:nvPicPr>
        <p:blipFill>
          <a:blip r:embed="rId1"/>
          <a:srcRect t="96181"/>
          <a:stretch>
            <a:fillRect/>
          </a:stretch>
        </p:blipFill>
        <p:spPr>
          <a:xfrm>
            <a:off x="676275" y="6472238"/>
            <a:ext cx="2143125" cy="192087"/>
          </a:xfrm>
          <a:prstGeom prst="rect">
            <a:avLst/>
          </a:prstGeom>
          <a:noFill/>
          <a:ln w="9525">
            <a:noFill/>
          </a:ln>
        </p:spPr>
      </p:pic>
      <p:sp>
        <p:nvSpPr>
          <p:cNvPr id="4" name="Title 3"/>
          <p:cNvSpPr>
            <a:spLocks noGrp="1"/>
          </p:cNvSpPr>
          <p:nvPr>
            <p:ph type="title"/>
          </p:nvPr>
        </p:nvSpPr>
        <p:spPr>
          <a:xfrm>
            <a:off x="676275" y="369888"/>
            <a:ext cx="4735513" cy="831850"/>
          </a:xfrm>
        </p:spPr>
        <p:txBody>
          <a:bodyPr vert="horz" lIns="91440" tIns="45720" rIns="91440" bIns="45720" anchor="t" anchorCtr="0"/>
          <a:p>
            <a:pPr defTabSz="457200">
              <a:buNone/>
            </a:pPr>
            <a:r>
              <a:rPr lang="en-IN" altLang="en-US" sz="4000" kern="1200" dirty="0">
                <a:latin typeface="+mj-lt"/>
                <a:ea typeface="+mj-ea"/>
                <a:cs typeface="+mj-cs"/>
              </a:rPr>
              <a:t>GitHub Link</a:t>
            </a:r>
            <a:endParaRPr lang="en-IN" altLang="en-US" sz="4000" kern="1200" dirty="0">
              <a:latin typeface="+mj-lt"/>
              <a:ea typeface="+mj-ea"/>
              <a:cs typeface="+mj-cs"/>
            </a:endParaRPr>
          </a:p>
        </p:txBody>
      </p:sp>
      <p:sp>
        <p:nvSpPr>
          <p:cNvPr id="7" name="Text Placeholder 30"/>
          <p:cNvSpPr txBox="1"/>
          <p:nvPr/>
        </p:nvSpPr>
        <p:spPr>
          <a:xfrm>
            <a:off x="320675" y="1274763"/>
            <a:ext cx="3343275" cy="666750"/>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2000" dirty="0">
              <a:latin typeface="Trebuchet MS" panose="020B0603020202020204" charset="0"/>
            </a:endParaRPr>
          </a:p>
        </p:txBody>
      </p:sp>
      <p:sp>
        <p:nvSpPr>
          <p:cNvPr id="8" name="Text Placeholder 30"/>
          <p:cNvSpPr txBox="1"/>
          <p:nvPr/>
        </p:nvSpPr>
        <p:spPr>
          <a:xfrm>
            <a:off x="4344988" y="1274763"/>
            <a:ext cx="3344862" cy="666750"/>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2000" dirty="0">
              <a:latin typeface="Trebuchet MS" panose="020B0603020202020204" charset="0"/>
            </a:endParaRPr>
          </a:p>
        </p:txBody>
      </p:sp>
      <p:sp>
        <p:nvSpPr>
          <p:cNvPr id="24581" name="TextBox 2"/>
          <p:cNvSpPr txBox="1"/>
          <p:nvPr/>
        </p:nvSpPr>
        <p:spPr>
          <a:xfrm>
            <a:off x="728663" y="1439863"/>
            <a:ext cx="7234237" cy="645160"/>
          </a:xfrm>
          <a:prstGeom prst="rect">
            <a:avLst/>
          </a:prstGeom>
          <a:noFill/>
          <a:ln w="9525">
            <a:noFill/>
          </a:ln>
        </p:spPr>
        <p:txBody>
          <a:bodyPr wrap="square" anchor="t" anchorCtr="0">
            <a:spAutoFit/>
          </a:bodyPr>
          <a:p>
            <a:r>
              <a:rPr lang="en-US" altLang="en-US" dirty="0">
                <a:latin typeface="Trebuchet MS" panose="020B0603020202020204" charset="0"/>
              </a:rPr>
              <a:t>https://github.com/Srijeeta977/Seasonal-Agriculture-Performance-Analysis-Edunet.git</a:t>
            </a:r>
            <a:endParaRPr lang="en-US" altLang="en-US" dirty="0">
              <a:latin typeface="Trebuchet MS" panose="020B060302020202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000000"/>
                                          </p:val>
                                        </p:tav>
                                        <p:tav tm="100000">
                                          <p:val>
                                            <p:strVal val="#ppt_w"/>
                                          </p:val>
                                        </p:tav>
                                      </p:tavLst>
                                    </p:anim>
                                    <p:anim calcmode="lin" valueType="num">
                                      <p:cBhvr>
                                        <p:cTn id="8" dur="500" fill="hold"/>
                                        <p:tgtEl>
                                          <p:spTgt spid="4"/>
                                        </p:tgtEl>
                                        <p:attrNameLst>
                                          <p:attrName>ppt_h</p:attrName>
                                        </p:attrNameLst>
                                      </p:cBhvr>
                                      <p:tavLst>
                                        <p:tav tm="0">
                                          <p:val>
                                            <p:fltVal val="0.00000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1" name="Picture 4"/>
          <p:cNvPicPr>
            <a:picLocks noChangeAspect="1"/>
          </p:cNvPicPr>
          <p:nvPr/>
        </p:nvPicPr>
        <p:blipFill>
          <a:blip r:embed="rId1"/>
          <a:srcRect t="96181"/>
          <a:stretch>
            <a:fillRect/>
          </a:stretch>
        </p:blipFill>
        <p:spPr>
          <a:xfrm>
            <a:off x="676275" y="6472238"/>
            <a:ext cx="2143125" cy="192087"/>
          </a:xfrm>
          <a:prstGeom prst="rect">
            <a:avLst/>
          </a:prstGeom>
          <a:noFill/>
          <a:ln w="9525">
            <a:noFill/>
          </a:ln>
        </p:spPr>
      </p:pic>
      <p:sp>
        <p:nvSpPr>
          <p:cNvPr id="4" name="Title 3"/>
          <p:cNvSpPr>
            <a:spLocks noGrp="1"/>
          </p:cNvSpPr>
          <p:nvPr>
            <p:ph type="title"/>
          </p:nvPr>
        </p:nvSpPr>
        <p:spPr>
          <a:xfrm>
            <a:off x="676275" y="369888"/>
            <a:ext cx="8351838" cy="885825"/>
          </a:xfrm>
        </p:spPr>
        <p:txBody>
          <a:bodyPr>
            <a:normAutofit fontScale="90000"/>
          </a:bodyPr>
          <a:lstStyle/>
          <a:p>
            <a:pPr marL="0" marR="0" indent="0" algn="l" defTabSz="457200" rtl="0" eaLnBrk="1" fontAlgn="auto" latinLnBrk="0" hangingPunct="1">
              <a:lnSpc>
                <a:spcPct val="100000"/>
              </a:lnSpc>
              <a:spcBef>
                <a:spcPct val="0"/>
              </a:spcBef>
              <a:spcAft>
                <a:spcPct val="0"/>
              </a:spcAft>
              <a:buClrTx/>
              <a:buSzTx/>
              <a:buFontTx/>
              <a:buNone/>
            </a:pPr>
            <a:r>
              <a:rPr kumimoji="0" lang="en-IN" sz="3200" b="1" i="0" u="none" strike="noStrike" kern="1200" cap="none" spc="0" normalizeH="0" baseline="0" noProof="1" dirty="0">
                <a:solidFill>
                  <a:schemeClr val="tx1"/>
                </a:solidFill>
                <a:latin typeface="+mj-lt"/>
                <a:ea typeface="+mj-ea"/>
                <a:cs typeface="+mj-cs"/>
              </a:rPr>
              <a:t>VOIS Course completion certificate - </a:t>
            </a:r>
            <a:br>
              <a:rPr lang="en-IN" sz="3200" dirty="0"/>
            </a:br>
            <a:r>
              <a:rPr kumimoji="0" lang="en-IN" sz="3200" b="1" i="0" u="none" strike="noStrike" kern="1200" cap="none" spc="0" normalizeH="0" baseline="0" noProof="1" dirty="0">
                <a:solidFill>
                  <a:schemeClr val="tx1"/>
                </a:solidFill>
                <a:latin typeface="+mj-lt"/>
                <a:ea typeface="+mj-ea"/>
                <a:cs typeface="+mj-cs"/>
              </a:rPr>
              <a:t>Course name- Data Visualization </a:t>
            </a:r>
            <a:endParaRPr kumimoji="0" lang="en-IN" sz="3200" b="1" i="0" u="none" strike="noStrike" kern="1200" cap="none" spc="0" normalizeH="0" baseline="0" noProof="1" dirty="0">
              <a:solidFill>
                <a:schemeClr val="tx1"/>
              </a:solidFill>
              <a:latin typeface="+mj-lt"/>
              <a:ea typeface="+mj-ea"/>
              <a:cs typeface="+mj-cs"/>
            </a:endParaRPr>
          </a:p>
        </p:txBody>
      </p:sp>
      <p:sp>
        <p:nvSpPr>
          <p:cNvPr id="7" name="Text Placeholder 30"/>
          <p:cNvSpPr txBox="1"/>
          <p:nvPr/>
        </p:nvSpPr>
        <p:spPr>
          <a:xfrm>
            <a:off x="320675" y="1274763"/>
            <a:ext cx="3343275" cy="666750"/>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2000" dirty="0">
              <a:latin typeface="Trebuchet MS" panose="020B0603020202020204" charset="0"/>
            </a:endParaRPr>
          </a:p>
        </p:txBody>
      </p:sp>
      <p:sp>
        <p:nvSpPr>
          <p:cNvPr id="8" name="Text Placeholder 30"/>
          <p:cNvSpPr txBox="1"/>
          <p:nvPr/>
        </p:nvSpPr>
        <p:spPr>
          <a:xfrm>
            <a:off x="4344988" y="1274763"/>
            <a:ext cx="3344862" cy="666750"/>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2000" dirty="0">
              <a:latin typeface="Trebuchet MS" panose="020B0603020202020204" charset="0"/>
            </a:endParaRPr>
          </a:p>
        </p:txBody>
      </p:sp>
      <p:pic>
        <p:nvPicPr>
          <p:cNvPr id="2" name="Picture 1"/>
          <p:cNvPicPr>
            <a:picLocks noChangeAspect="1"/>
          </p:cNvPicPr>
          <p:nvPr/>
        </p:nvPicPr>
        <p:blipFill>
          <a:blip r:embed="rId2"/>
          <a:stretch>
            <a:fillRect/>
          </a:stretch>
        </p:blipFill>
        <p:spPr>
          <a:xfrm>
            <a:off x="775970" y="1527810"/>
            <a:ext cx="9714230" cy="50584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000000"/>
                                          </p:val>
                                        </p:tav>
                                        <p:tav tm="100000">
                                          <p:val>
                                            <p:strVal val="#ppt_w"/>
                                          </p:val>
                                        </p:tav>
                                      </p:tavLst>
                                    </p:anim>
                                    <p:anim calcmode="lin" valueType="num">
                                      <p:cBhvr>
                                        <p:cTn id="8" dur="500" fill="hold"/>
                                        <p:tgtEl>
                                          <p:spTgt spid="4"/>
                                        </p:tgtEl>
                                        <p:attrNameLst>
                                          <p:attrName>ppt_h</p:attrName>
                                        </p:attrNameLst>
                                      </p:cBhvr>
                                      <p:tavLst>
                                        <p:tav tm="0">
                                          <p:val>
                                            <p:fltVal val="0.00000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a:spLocks noGrp="1"/>
          </p:cNvSpPr>
          <p:nvPr>
            <p:ph type="title"/>
          </p:nvPr>
        </p:nvSpPr>
        <p:spPr>
          <a:xfrm>
            <a:off x="71320" y="239395"/>
            <a:ext cx="11340000" cy="700114"/>
          </a:xfrm>
        </p:spPr>
        <p:txBody>
          <a:bodyPr anchor="ctr">
            <a:normAutofit fontScale="90000"/>
          </a:bodyPr>
          <a:lstStyle/>
          <a:p>
            <a:pPr marL="0" marR="0" indent="0" algn="ctr" defTabSz="457200" rtl="0" eaLnBrk="1" fontAlgn="auto" latinLnBrk="0" hangingPunct="1">
              <a:lnSpc>
                <a:spcPct val="100000"/>
              </a:lnSpc>
              <a:spcBef>
                <a:spcPct val="0"/>
              </a:spcBef>
              <a:spcAft>
                <a:spcPct val="0"/>
              </a:spcAft>
              <a:buClrTx/>
              <a:buSzTx/>
              <a:buFontTx/>
              <a:buNone/>
            </a:pPr>
            <a:r>
              <a:rPr kumimoji="0" lang="en-US" sz="4800" b="1" i="0" u="none" strike="noStrike" kern="1200" cap="none" spc="0" normalizeH="0" baseline="0" noProof="1" dirty="0">
                <a:solidFill>
                  <a:schemeClr val="tx1"/>
                </a:solidFill>
                <a:latin typeface="+mj-lt"/>
                <a:ea typeface="+mj-ea"/>
                <a:cs typeface="+mj-cs"/>
              </a:rPr>
              <a:t>Thank you</a:t>
            </a:r>
            <a:endParaRPr kumimoji="0" lang="en-US" sz="4800" b="1" i="0" u="none" strike="noStrike" kern="1200" cap="none" spc="0" normalizeH="0" baseline="0" noProof="1" dirty="0">
              <a:solidFill>
                <a:schemeClr val="tx1"/>
              </a:solidFill>
              <a:latin typeface="+mj-lt"/>
              <a:ea typeface="+mj-ea"/>
              <a:cs typeface="+mj-cs"/>
            </a:endParaRPr>
          </a:p>
        </p:txBody>
      </p:sp>
      <p:sp>
        <p:nvSpPr>
          <p:cNvPr id="31" name="Text Placeholder 30"/>
          <p:cNvSpPr>
            <a:spLocks noGrp="1"/>
          </p:cNvSpPr>
          <p:nvPr>
            <p:ph type="body" sz="quarter" idx="13"/>
          </p:nvPr>
        </p:nvSpPr>
        <p:spPr>
          <a:xfrm>
            <a:off x="3727450" y="4641850"/>
            <a:ext cx="2139950" cy="1108075"/>
          </a:xfrm>
        </p:spPr>
        <p:txBody>
          <a:bodyPr vert="horz" lIns="91440" tIns="45720" rIns="91440" bIns="45720" anchor="t" anchorCtr="0"/>
          <a:p>
            <a:pPr defTabSz="457200">
              <a:buSzPct val="80000"/>
            </a:pPr>
            <a:r>
              <a:rPr lang="en-US" altLang="zh-CN" kern="1200" dirty="0">
                <a:latin typeface="+mn-lt"/>
                <a:ea typeface="+mn-ea"/>
                <a:cs typeface="+mn-cs"/>
              </a:rPr>
              <a:t>.</a:t>
            </a:r>
            <a:endParaRPr lang="en-US" altLang="zh-CN" kern="1200" dirty="0">
              <a:latin typeface="+mn-lt"/>
              <a:ea typeface="+mn-ea"/>
              <a:cs typeface="+mn-cs"/>
            </a:endParaRPr>
          </a:p>
        </p:txBody>
      </p:sp>
      <p:sp>
        <p:nvSpPr>
          <p:cNvPr id="17" name="Text Placeholder 28"/>
          <p:cNvSpPr txBox="1"/>
          <p:nvPr/>
        </p:nvSpPr>
        <p:spPr>
          <a:xfrm>
            <a:off x="877888" y="4135438"/>
            <a:ext cx="2597150" cy="454025"/>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fontAlgn="auto"/>
            <a:endParaRPr lang="en-IN" sz="2400" strike="noStrike" noProof="1" dirty="0"/>
          </a:p>
        </p:txBody>
      </p:sp>
      <p:sp>
        <p:nvSpPr>
          <p:cNvPr id="20" name="Text Placeholder 28"/>
          <p:cNvSpPr txBox="1"/>
          <p:nvPr/>
        </p:nvSpPr>
        <p:spPr>
          <a:xfrm>
            <a:off x="5353050" y="3962400"/>
            <a:ext cx="2597150" cy="45402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fontAlgn="auto"/>
            <a:endParaRPr lang="en-IN" sz="2200" strike="noStrike" noProof="1" dirty="0"/>
          </a:p>
        </p:txBody>
      </p:sp>
      <p:sp>
        <p:nvSpPr>
          <p:cNvPr id="23" name="Text Placeholder 28"/>
          <p:cNvSpPr txBox="1"/>
          <p:nvPr/>
        </p:nvSpPr>
        <p:spPr>
          <a:xfrm>
            <a:off x="7789863" y="3962400"/>
            <a:ext cx="2595563" cy="45402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fontAlgn="auto"/>
            <a:endParaRPr lang="en-IN" sz="2200" strike="noStrike" noProof="1" dirty="0"/>
          </a:p>
        </p:txBody>
      </p:sp>
      <p:sp>
        <p:nvSpPr>
          <p:cNvPr id="30" name="Text Placeholder 30"/>
          <p:cNvSpPr txBox="1"/>
          <p:nvPr/>
        </p:nvSpPr>
        <p:spPr>
          <a:xfrm>
            <a:off x="6096000" y="4641850"/>
            <a:ext cx="2139950" cy="1108075"/>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endParaRPr lang="en-GB" altLang="en-US" sz="1600" dirty="0">
              <a:latin typeface="Trebuchet MS" panose="020B0603020202020204" charset="0"/>
            </a:endParaRPr>
          </a:p>
        </p:txBody>
      </p:sp>
      <p:sp>
        <p:nvSpPr>
          <p:cNvPr id="32" name="Text Placeholder 30"/>
          <p:cNvSpPr txBox="1"/>
          <p:nvPr/>
        </p:nvSpPr>
        <p:spPr>
          <a:xfrm>
            <a:off x="8591550" y="4641850"/>
            <a:ext cx="2139950" cy="1108075"/>
          </a:xfrm>
          <a:prstGeom prst="rect">
            <a:avLst/>
          </a:prstGeom>
          <a:noFill/>
          <a:ln w="9525">
            <a:noFill/>
          </a:ln>
        </p:spPr>
        <p:txBody>
          <a:bodyPr lIns="91440" tIns="45720" rIns="91440" bIns="45720" anchor="t" anchorCtr="0"/>
          <a:p>
            <a:pPr algn="ctr">
              <a:spcBef>
                <a:spcPts val="1000"/>
              </a:spcBef>
              <a:buClr>
                <a:schemeClr val="accent1"/>
              </a:buClr>
              <a:buSzPct val="80000"/>
              <a:buFont typeface="Wingdings 3" panose="05040102010807070707" charset="2"/>
              <a:buNone/>
            </a:pPr>
            <a:r>
              <a:rPr lang="en-GB" altLang="en-US" sz="1600" dirty="0">
                <a:latin typeface="Trebuchet MS" panose="020B0603020202020204" charset="0"/>
              </a:rPr>
              <a:t>.</a:t>
            </a:r>
            <a:endParaRPr lang="en-GB" altLang="en-US" sz="1600" dirty="0">
              <a:latin typeface="Trebuchet MS" panose="020B0603020202020204" charset="0"/>
            </a:endParaRPr>
          </a:p>
        </p:txBody>
      </p:sp>
      <p:pic>
        <p:nvPicPr>
          <p:cNvPr id="26632" name="Picture 14"/>
          <p:cNvPicPr>
            <a:picLocks noChangeAspect="1"/>
          </p:cNvPicPr>
          <p:nvPr/>
        </p:nvPicPr>
        <p:blipFill>
          <a:blip r:embed="rId1"/>
          <a:srcRect t="96181"/>
          <a:stretch>
            <a:fillRect/>
          </a:stretch>
        </p:blipFill>
        <p:spPr>
          <a:xfrm>
            <a:off x="676275" y="6472238"/>
            <a:ext cx="2143125" cy="192087"/>
          </a:xfrm>
          <a:prstGeom prst="rect">
            <a:avLst/>
          </a:prstGeom>
          <a:noFill/>
          <a:ln w="9525">
            <a:noFill/>
          </a:ln>
        </p:spPr>
      </p:pic>
      <p:sp>
        <p:nvSpPr>
          <p:cNvPr id="12" name="Text Placeholder 11"/>
          <p:cNvSpPr>
            <a:spLocks noGrp="1"/>
          </p:cNvSpPr>
          <p:nvPr>
            <p:ph type="body" sz="quarter" idx="12"/>
          </p:nvPr>
        </p:nvSpPr>
        <p:spPr>
          <a:xfrm>
            <a:off x="1433195" y="1137920"/>
            <a:ext cx="8813800" cy="5068570"/>
          </a:xfrm>
        </p:spPr>
        <p:txBody>
          <a:bodyPr>
            <a:normAutofit fontScale="25000"/>
          </a:bodyPr>
          <a:lstStyle/>
          <a:p>
            <a:pPr fontAlgn="auto"/>
            <a:r>
              <a:rPr lang="en-US" altLang="en-US" sz="8000" strike="noStrike" noProof="1" dirty="0">
                <a:solidFill>
                  <a:srgbClr val="002060"/>
                </a:solidFill>
              </a:rPr>
              <a:t>Seasonal Agriculture Performance Analysis</a:t>
            </a:r>
            <a:endParaRPr lang="en-US" altLang="en-US" sz="8000" strike="noStrike" noProof="1" dirty="0">
              <a:solidFill>
                <a:srgbClr val="002060"/>
              </a:solidFill>
            </a:endParaRPr>
          </a:p>
          <a:p>
            <a:pPr fontAlgn="auto"/>
            <a:r>
              <a:rPr lang="en-US" altLang="en-US" sz="8000" strike="noStrike" noProof="1" dirty="0">
                <a:solidFill>
                  <a:srgbClr val="002060"/>
                </a:solidFill>
              </a:rPr>
              <a:t>“Turning agricultural data into meaningful seasonal insights for better data-driven planning.”</a:t>
            </a:r>
            <a:endParaRPr lang="en-US" altLang="en-US" sz="8000" strike="noStrike" noProof="1" dirty="0">
              <a:solidFill>
                <a:srgbClr val="002060"/>
              </a:solidFill>
            </a:endParaRPr>
          </a:p>
          <a:p>
            <a:pPr fontAlgn="auto"/>
            <a:r>
              <a:rPr lang="en-US" altLang="en-US" sz="8000" strike="noStrike" noProof="1" dirty="0">
                <a:solidFill>
                  <a:srgbClr val="002060"/>
                </a:solidFill>
              </a:rPr>
              <a:t>This project demonstrates how data analytics can be used to understand seasonal agricultural performance, environmental variations, resource utilization and economic outcomes.</a:t>
            </a:r>
            <a:endParaRPr lang="en-US" altLang="en-US" sz="8000" strike="noStrike" noProof="1" dirty="0">
              <a:solidFill>
                <a:srgbClr val="002060"/>
              </a:solidFill>
            </a:endParaRPr>
          </a:p>
          <a:p>
            <a:pPr fontAlgn="auto"/>
            <a:r>
              <a:rPr lang="en-US" altLang="en-US" sz="8000" strike="noStrike" noProof="1" dirty="0">
                <a:solidFill>
                  <a:srgbClr val="002060"/>
                </a:solidFill>
              </a:rPr>
              <a:t>The analysis provides evidence-based insights that can help support better seasonal agricultural planning and decision-making.</a:t>
            </a:r>
            <a:endParaRPr lang="en-US" altLang="en-US" sz="8000" strike="noStrike" noProof="1" dirty="0">
              <a:solidFill>
                <a:srgbClr val="002060"/>
              </a:solidFill>
            </a:endParaRPr>
          </a:p>
          <a:p>
            <a:pPr fontAlgn="auto"/>
            <a:r>
              <a:rPr lang="en-US" altLang="en-US" sz="8000" strike="noStrike" noProof="1" dirty="0">
                <a:solidFill>
                  <a:srgbClr val="002060"/>
                </a:solidFill>
              </a:rPr>
              <a:t>Thank You!</a:t>
            </a:r>
            <a:endParaRPr lang="en-US" altLang="en-US" sz="8000" strike="noStrike" noProof="1" dirty="0">
              <a:solidFill>
                <a:srgbClr val="002060"/>
              </a:solidFill>
            </a:endParaRPr>
          </a:p>
          <a:p>
            <a:pPr fontAlgn="auto"/>
            <a:r>
              <a:rPr lang="en-US" altLang="en-US" sz="8000" strike="noStrike" noProof="1" dirty="0">
                <a:solidFill>
                  <a:srgbClr val="002060"/>
                </a:solidFill>
              </a:rPr>
              <a:t>Data Analytics Major Project</a:t>
            </a:r>
            <a:endParaRPr lang="en-US" altLang="en-US" sz="8000" strike="noStrike" noProof="1" dirty="0">
              <a:solidFill>
                <a:srgbClr val="002060"/>
              </a:solidFill>
            </a:endParaRPr>
          </a:p>
          <a:p>
            <a:pPr fontAlgn="auto"/>
            <a:endParaRPr lang="en-US" altLang="en-US" sz="8000" strike="noStrike" noProof="1" dirty="0">
              <a:solidFill>
                <a:srgbClr val="002060"/>
              </a:solidFill>
            </a:endParaRPr>
          </a:p>
          <a:p>
            <a:pPr fontAlgn="auto"/>
            <a:r>
              <a:rPr lang="en-IN" altLang="en-US" sz="8000" strike="noStrike" noProof="1" dirty="0">
                <a:solidFill>
                  <a:srgbClr val="FF0000"/>
                </a:solidFill>
              </a:rPr>
              <a:t>BY SRIJEETA DUTTA</a:t>
            </a:r>
            <a:endParaRPr lang="en-IN" altLang="en-US" sz="8000" strike="noStrike" noProof="1" dirty="0">
              <a:solidFill>
                <a:srgbClr val="FF0000"/>
              </a:solidFill>
            </a:endParaRPr>
          </a:p>
          <a:p>
            <a:pPr fontAlgn="auto"/>
            <a:r>
              <a:rPr altLang="zh-CN" sz="8000">
                <a:solidFill>
                  <a:srgbClr val="FF0000"/>
                </a:solidFill>
                <a:latin typeface="Trebuchet MS" panose="020B0603020202020204" charset="0"/>
                <a:sym typeface="+mn-ea"/>
              </a:rPr>
              <a:t>AICTE STU ID : </a:t>
            </a:r>
            <a:r>
              <a:rPr lang="en-US" altLang="en-US" sz="8000">
                <a:solidFill>
                  <a:srgbClr val="FF0000"/>
                </a:solidFill>
                <a:latin typeface="Trebuchet MS" panose="020B0603020202020204" charset="0"/>
                <a:sym typeface="+mn-ea"/>
              </a:rPr>
              <a:t>STU6877ddd899afa1752686040 </a:t>
            </a:r>
            <a:endParaRPr lang="en-US" altLang="en-US" sz="8000">
              <a:solidFill>
                <a:srgbClr val="FF0000"/>
              </a:solidFill>
              <a:latin typeface="Trebuchet MS" panose="020B0603020202020204" charset="0"/>
              <a:sym typeface="+mn-ea"/>
            </a:endParaRPr>
          </a:p>
          <a:p>
            <a:pPr fontAlgn="auto"/>
            <a:r>
              <a:rPr lang="en-IN" altLang="en-US" sz="8000">
                <a:solidFill>
                  <a:srgbClr val="FF0000"/>
                </a:solidFill>
                <a:latin typeface="Trebuchet MS" panose="020B0603020202020204" charset="0"/>
                <a:sym typeface="+mn-ea"/>
              </a:rPr>
              <a:t>INTERNSHIP ID : </a:t>
            </a:r>
            <a:r>
              <a:rPr lang="en-US" altLang="en-US" sz="8000">
                <a:solidFill>
                  <a:srgbClr val="FF0000"/>
                </a:solidFill>
                <a:latin typeface="Trebuchet MS" panose="020B0603020202020204" charset="0"/>
                <a:sym typeface="+mn-ea"/>
              </a:rPr>
              <a:t> INTERNSHIP_17830691666a4779eecfe8a </a:t>
            </a:r>
            <a:endParaRPr lang="en-US" altLang="en-US" sz="8000">
              <a:solidFill>
                <a:srgbClr val="FF0000"/>
              </a:solidFill>
              <a:latin typeface="Trebuchet MS" panose="020B0603020202020204" charset="0"/>
              <a:sym typeface="+mn-ea"/>
            </a:endParaRPr>
          </a:p>
          <a:p>
            <a:pPr fontAlgn="auto"/>
            <a:endParaRPr lang="en-US" altLang="en-US" sz="8000" b="1" strike="noStrike" noProof="1" dirty="0">
              <a:solidFill>
                <a:srgbClr val="FF0000"/>
              </a:solidFill>
              <a:latin typeface="Trebuchet MS" panose="020B060302020202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000000"/>
                                          </p:val>
                                        </p:tav>
                                        <p:tav tm="100000">
                                          <p:val>
                                            <p:strVal val="#ppt_w"/>
                                          </p:val>
                                        </p:tav>
                                      </p:tavLst>
                                    </p:anim>
                                    <p:anim calcmode="lin" valueType="num">
                                      <p:cBhvr>
                                        <p:cTn id="8" dur="500" fill="hold"/>
                                        <p:tgtEl>
                                          <p:spTgt spid="3"/>
                                        </p:tgtEl>
                                        <p:attrNameLst>
                                          <p:attrName>ppt_h</p:attrName>
                                        </p:attrNameLst>
                                      </p:cBhvr>
                                      <p:tavLst>
                                        <p:tav tm="0">
                                          <p:val>
                                            <p:fltVal val="0.00000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charRg st="0" end="2"/>
                                            </p:txEl>
                                          </p:spTgt>
                                        </p:tgtEl>
                                        <p:attrNameLst>
                                          <p:attrName>style.visibility</p:attrName>
                                        </p:attrNameLst>
                                      </p:cBhvr>
                                      <p:to>
                                        <p:strVal val="visible"/>
                                      </p:to>
                                    </p:set>
                                    <p:anim calcmode="lin" valueType="num">
                                      <p:cBhvr>
                                        <p:cTn id="20" dur="500"/>
                                        <p:tgtEl>
                                          <p:spTgt spid="31">
                                            <p:txEl>
                                              <p:charRg st="0" end="2"/>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charRg st="0"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6620</Words>
  <Application>WPS Presentation</Application>
  <PresentationFormat>Widescreen</PresentationFormat>
  <Paragraphs>173</Paragraphs>
  <Slides>14</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SimSun</vt:lpstr>
      <vt:lpstr>Wingdings</vt:lpstr>
      <vt:lpstr>Trebuchet MS</vt:lpstr>
      <vt:lpstr>Wingdings 3</vt:lpstr>
      <vt:lpstr>Arial</vt:lpstr>
      <vt:lpstr>Calibri</vt:lpstr>
      <vt:lpstr>Microsoft YaHei</vt:lpstr>
      <vt:lpstr>Arial Unicode MS</vt:lpstr>
      <vt:lpstr>方正姚体</vt:lpstr>
      <vt:lpstr>AMGDT</vt:lpstr>
      <vt:lpstr>Facet</vt:lpstr>
      <vt:lpstr>Project Title - Seasonal Agriculture Performance Analysis</vt:lpstr>
      <vt:lpstr>PROBLEM  STATEMENT</vt:lpstr>
      <vt:lpstr>Project Description  Agricultural performance varies significantly with seasonal environmental conditions, farming practices, resource availability and market conditions. This project analyzes agricultural data collected across different seasons, geographical areas and farming conditions to understand how these factors influence crop production and overall agricultural performance.  The analysis examines seasonal differences in crop yield, production, environmental conditions, resource utilization, water efficiency and economic outcomes. It also investigates relationships between environmental and farming factors and agricultural performance.  Using data cleaning, statistical analysis and data visualization, the project identifies important seasonal patterns, trends, relationships, variations and unusual observations. The findings are used to develop evidence-based insights and recommendations for better seasonal agricultural planning.</vt:lpstr>
      <vt:lpstr>WHO ARE THE END USERS?</vt:lpstr>
      <vt:lpstr>Technology Used</vt:lpstr>
      <vt:lpstr>RESULTS - A</vt:lpstr>
      <vt:lpstr>RESULTS - B</vt:lpstr>
      <vt:lpstr>RESULTS - C </vt:lpstr>
      <vt:lpstr>RESULTS - D </vt:lpstr>
      <vt:lpstr>RESULTS - E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user</cp:lastModifiedBy>
  <cp:revision>122</cp:revision>
  <dcterms:created xsi:type="dcterms:W3CDTF">2021-07-11T13:13:00Z</dcterms:created>
  <dcterms:modified xsi:type="dcterms:W3CDTF">2026-09-08T14:12:36Z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BBF6111C1191499A8B7C8F0C1120C585_12</vt:lpwstr>
  </property>
  <property fmtid="{D5CDD505-2E9C-101B-9397-08002B2CF9AE}" pid="4" name="KSOProductBuildVer">
    <vt:lpwstr>1033-12.1.0.28485</vt:lpwstr>
  </property>
</Properties>
</file>